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7" r:id="rId7"/>
    <p:sldId id="261" r:id="rId8"/>
    <p:sldId id="262" r:id="rId9"/>
    <p:sldId id="263" r:id="rId10"/>
    <p:sldId id="264" r:id="rId11"/>
    <p:sldId id="265" r:id="rId12"/>
    <p:sldId id="266" r:id="rId13"/>
    <p:sldId id="268" r:id="rId14"/>
    <p:sldId id="269" r:id="rId15"/>
    <p:sldId id="270" r:id="rId16"/>
    <p:sldId id="271" r:id="rId17"/>
    <p:sldId id="272" r:id="rId18"/>
    <p:sldId id="279" r:id="rId19"/>
    <p:sldId id="274" r:id="rId20"/>
    <p:sldId id="275" r:id="rId21"/>
    <p:sldId id="276" r:id="rId22"/>
    <p:sldId id="277" r:id="rId23"/>
    <p:sldId id="278" r:id="rId24"/>
    <p:sldId id="273"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9EED7F-A3D1-4260-8C1E-2DCC861DC96E}" v="32" dt="2025-12-09T18:55:25.7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2"/>
    <p:restoredTop sz="94694"/>
  </p:normalViewPr>
  <p:slideViewPr>
    <p:cSldViewPr snapToGrid="0" snapToObjects="1">
      <p:cViewPr varScale="1">
        <p:scale>
          <a:sx n="105" d="100"/>
          <a:sy n="105" d="100"/>
        </p:scale>
        <p:origin x="9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dinand Yeke" userId="1041fb2b61317a19" providerId="LiveId" clId="{DC6A1C12-4628-43B8-85D9-9295F3F82FD2}"/>
    <pc:docChg chg="undo redo custSel addSld delSld modSld sldOrd">
      <pc:chgData name="Ferdinand Yeke" userId="1041fb2b61317a19" providerId="LiveId" clId="{DC6A1C12-4628-43B8-85D9-9295F3F82FD2}" dt="2025-12-09T18:55:41.448" v="10130" actId="33524"/>
      <pc:docMkLst>
        <pc:docMk/>
      </pc:docMkLst>
      <pc:sldChg chg="modSp mod">
        <pc:chgData name="Ferdinand Yeke" userId="1041fb2b61317a19" providerId="LiveId" clId="{DC6A1C12-4628-43B8-85D9-9295F3F82FD2}" dt="2025-12-09T18:45:37.649" v="9903" actId="20577"/>
        <pc:sldMkLst>
          <pc:docMk/>
          <pc:sldMk cId="1272097715" sldId="256"/>
        </pc:sldMkLst>
        <pc:spChg chg="mod">
          <ac:chgData name="Ferdinand Yeke" userId="1041fb2b61317a19" providerId="LiveId" clId="{DC6A1C12-4628-43B8-85D9-9295F3F82FD2}" dt="2025-12-09T18:45:37.649" v="9903" actId="20577"/>
          <ac:spMkLst>
            <pc:docMk/>
            <pc:sldMk cId="1272097715" sldId="256"/>
            <ac:spMk id="3" creationId="{8997951D-6AED-F64B-AB8D-89218E91D0A2}"/>
          </ac:spMkLst>
        </pc:spChg>
      </pc:sldChg>
      <pc:sldChg chg="modSp mod">
        <pc:chgData name="Ferdinand Yeke" userId="1041fb2b61317a19" providerId="LiveId" clId="{DC6A1C12-4628-43B8-85D9-9295F3F82FD2}" dt="2025-12-09T16:41:21.634" v="832" actId="33524"/>
        <pc:sldMkLst>
          <pc:docMk/>
          <pc:sldMk cId="2242126507" sldId="257"/>
        </pc:sldMkLst>
        <pc:spChg chg="mod">
          <ac:chgData name="Ferdinand Yeke" userId="1041fb2b61317a19" providerId="LiveId" clId="{DC6A1C12-4628-43B8-85D9-9295F3F82FD2}" dt="2025-12-09T16:32:22.421" v="16" actId="20577"/>
          <ac:spMkLst>
            <pc:docMk/>
            <pc:sldMk cId="2242126507" sldId="257"/>
            <ac:spMk id="2" creationId="{66D0367E-DF85-5B48-ABDA-7F8FDCCF8A33}"/>
          </ac:spMkLst>
        </pc:spChg>
        <pc:spChg chg="mod">
          <ac:chgData name="Ferdinand Yeke" userId="1041fb2b61317a19" providerId="LiveId" clId="{DC6A1C12-4628-43B8-85D9-9295F3F82FD2}" dt="2025-12-09T16:41:21.634" v="832" actId="33524"/>
          <ac:spMkLst>
            <pc:docMk/>
            <pc:sldMk cId="2242126507" sldId="257"/>
            <ac:spMk id="3" creationId="{A91241B7-01DA-6A42-8344-CD74340996FE}"/>
          </ac:spMkLst>
        </pc:spChg>
      </pc:sldChg>
      <pc:sldChg chg="modSp mod">
        <pc:chgData name="Ferdinand Yeke" userId="1041fb2b61317a19" providerId="LiveId" clId="{DC6A1C12-4628-43B8-85D9-9295F3F82FD2}" dt="2025-12-09T16:46:15.532" v="1533" actId="20577"/>
        <pc:sldMkLst>
          <pc:docMk/>
          <pc:sldMk cId="1457927261" sldId="258"/>
        </pc:sldMkLst>
        <pc:spChg chg="mod">
          <ac:chgData name="Ferdinand Yeke" userId="1041fb2b61317a19" providerId="LiveId" clId="{DC6A1C12-4628-43B8-85D9-9295F3F82FD2}" dt="2025-12-09T16:43:09.569" v="865" actId="20577"/>
          <ac:spMkLst>
            <pc:docMk/>
            <pc:sldMk cId="1457927261" sldId="258"/>
            <ac:spMk id="2" creationId="{AFAC05D4-17FE-5026-A7FC-8B97B1897F1E}"/>
          </ac:spMkLst>
        </pc:spChg>
        <pc:spChg chg="mod">
          <ac:chgData name="Ferdinand Yeke" userId="1041fb2b61317a19" providerId="LiveId" clId="{DC6A1C12-4628-43B8-85D9-9295F3F82FD2}" dt="2025-12-09T16:46:15.532" v="1533" actId="20577"/>
          <ac:spMkLst>
            <pc:docMk/>
            <pc:sldMk cId="1457927261" sldId="258"/>
            <ac:spMk id="3" creationId="{BA8F0CAE-0527-09A7-3B98-273599E794E2}"/>
          </ac:spMkLst>
        </pc:spChg>
      </pc:sldChg>
      <pc:sldChg chg="addSp modSp mod">
        <pc:chgData name="Ferdinand Yeke" userId="1041fb2b61317a19" providerId="LiveId" clId="{DC6A1C12-4628-43B8-85D9-9295F3F82FD2}" dt="2025-12-09T16:56:49.057" v="2537" actId="20577"/>
        <pc:sldMkLst>
          <pc:docMk/>
          <pc:sldMk cId="1261253873" sldId="259"/>
        </pc:sldMkLst>
        <pc:spChg chg="mod">
          <ac:chgData name="Ferdinand Yeke" userId="1041fb2b61317a19" providerId="LiveId" clId="{DC6A1C12-4628-43B8-85D9-9295F3F82FD2}" dt="2025-12-09T16:56:49.057" v="2537" actId="20577"/>
          <ac:spMkLst>
            <pc:docMk/>
            <pc:sldMk cId="1261253873" sldId="259"/>
            <ac:spMk id="2" creationId="{F6DA8C94-C424-8369-18C4-4FABA205943A}"/>
          </ac:spMkLst>
        </pc:spChg>
        <pc:spChg chg="mod">
          <ac:chgData name="Ferdinand Yeke" userId="1041fb2b61317a19" providerId="LiveId" clId="{DC6A1C12-4628-43B8-85D9-9295F3F82FD2}" dt="2025-12-09T16:48:18.510" v="1675" actId="5793"/>
          <ac:spMkLst>
            <pc:docMk/>
            <pc:sldMk cId="1261253873" sldId="259"/>
            <ac:spMk id="3" creationId="{D01279BB-A014-F47C-AB3C-8A9C64AE8CE7}"/>
          </ac:spMkLst>
        </pc:spChg>
        <pc:picChg chg="add mod">
          <ac:chgData name="Ferdinand Yeke" userId="1041fb2b61317a19" providerId="LiveId" clId="{DC6A1C12-4628-43B8-85D9-9295F3F82FD2}" dt="2025-12-09T16:48:10.079" v="1673" actId="1076"/>
          <ac:picMkLst>
            <pc:docMk/>
            <pc:sldMk cId="1261253873" sldId="259"/>
            <ac:picMk id="5" creationId="{13A5D72A-6965-523D-E035-EE9E02162727}"/>
          </ac:picMkLst>
        </pc:picChg>
      </pc:sldChg>
      <pc:sldChg chg="addSp modSp mod">
        <pc:chgData name="Ferdinand Yeke" userId="1041fb2b61317a19" providerId="LiveId" clId="{DC6A1C12-4628-43B8-85D9-9295F3F82FD2}" dt="2025-12-09T16:56:57.035" v="2556" actId="20577"/>
        <pc:sldMkLst>
          <pc:docMk/>
          <pc:sldMk cId="1612460518" sldId="260"/>
        </pc:sldMkLst>
        <pc:spChg chg="mod">
          <ac:chgData name="Ferdinand Yeke" userId="1041fb2b61317a19" providerId="LiveId" clId="{DC6A1C12-4628-43B8-85D9-9295F3F82FD2}" dt="2025-12-09T16:56:57.035" v="2556" actId="20577"/>
          <ac:spMkLst>
            <pc:docMk/>
            <pc:sldMk cId="1612460518" sldId="260"/>
            <ac:spMk id="2" creationId="{AAF672A0-8349-F43C-89AC-1C6EC73101C5}"/>
          </ac:spMkLst>
        </pc:spChg>
        <pc:spChg chg="mod">
          <ac:chgData name="Ferdinand Yeke" userId="1041fb2b61317a19" providerId="LiveId" clId="{DC6A1C12-4628-43B8-85D9-9295F3F82FD2}" dt="2025-12-09T16:49:49.327" v="1885" actId="5793"/>
          <ac:spMkLst>
            <pc:docMk/>
            <pc:sldMk cId="1612460518" sldId="260"/>
            <ac:spMk id="3" creationId="{236E43FB-1928-A5CF-5A2F-2FA6E96A1151}"/>
          </ac:spMkLst>
        </pc:spChg>
        <pc:picChg chg="add mod">
          <ac:chgData name="Ferdinand Yeke" userId="1041fb2b61317a19" providerId="LiveId" clId="{DC6A1C12-4628-43B8-85D9-9295F3F82FD2}" dt="2025-12-09T16:49:52.925" v="1889" actId="1076"/>
          <ac:picMkLst>
            <pc:docMk/>
            <pc:sldMk cId="1612460518" sldId="260"/>
            <ac:picMk id="5" creationId="{96233DBE-9577-73EB-986B-919784A09EA4}"/>
          </ac:picMkLst>
        </pc:picChg>
      </pc:sldChg>
      <pc:sldChg chg="addSp modSp add mod modClrScheme chgLayout">
        <pc:chgData name="Ferdinand Yeke" userId="1041fb2b61317a19" providerId="LiveId" clId="{DC6A1C12-4628-43B8-85D9-9295F3F82FD2}" dt="2025-12-09T16:57:10.913" v="2590" actId="20577"/>
        <pc:sldMkLst>
          <pc:docMk/>
          <pc:sldMk cId="2318255991" sldId="261"/>
        </pc:sldMkLst>
        <pc:spChg chg="mod">
          <ac:chgData name="Ferdinand Yeke" userId="1041fb2b61317a19" providerId="LiveId" clId="{DC6A1C12-4628-43B8-85D9-9295F3F82FD2}" dt="2025-12-09T16:57:10.913" v="2590" actId="20577"/>
          <ac:spMkLst>
            <pc:docMk/>
            <pc:sldMk cId="2318255991" sldId="261"/>
            <ac:spMk id="2" creationId="{1CD1B812-63EC-62E8-57D7-51779A125B92}"/>
          </ac:spMkLst>
        </pc:spChg>
        <pc:spChg chg="mod ord">
          <ac:chgData name="Ferdinand Yeke" userId="1041fb2b61317a19" providerId="LiveId" clId="{DC6A1C12-4628-43B8-85D9-9295F3F82FD2}" dt="2025-12-09T16:56:23.805" v="2512" actId="20577"/>
          <ac:spMkLst>
            <pc:docMk/>
            <pc:sldMk cId="2318255991" sldId="261"/>
            <ac:spMk id="3" creationId="{15E84DBA-3ABC-92F1-713D-E4FE0627641A}"/>
          </ac:spMkLst>
        </pc:spChg>
        <pc:picChg chg="add mod">
          <ac:chgData name="Ferdinand Yeke" userId="1041fb2b61317a19" providerId="LiveId" clId="{DC6A1C12-4628-43B8-85D9-9295F3F82FD2}" dt="2025-12-09T16:52:35.069" v="2000" actId="26606"/>
          <ac:picMkLst>
            <pc:docMk/>
            <pc:sldMk cId="2318255991" sldId="261"/>
            <ac:picMk id="5" creationId="{5D7E5650-7C03-0308-7CD2-A5485C24D64B}"/>
          </ac:picMkLst>
        </pc:picChg>
      </pc:sldChg>
      <pc:sldChg chg="addSp delSp modSp add mod modClrScheme chgLayout">
        <pc:chgData name="Ferdinand Yeke" userId="1041fb2b61317a19" providerId="LiveId" clId="{DC6A1C12-4628-43B8-85D9-9295F3F82FD2}" dt="2025-12-09T17:08:36.353" v="3226" actId="20577"/>
        <pc:sldMkLst>
          <pc:docMk/>
          <pc:sldMk cId="3655128620" sldId="262"/>
        </pc:sldMkLst>
        <pc:spChg chg="mod">
          <ac:chgData name="Ferdinand Yeke" userId="1041fb2b61317a19" providerId="LiveId" clId="{DC6A1C12-4628-43B8-85D9-9295F3F82FD2}" dt="2025-12-09T17:05:19.938" v="2614" actId="26606"/>
          <ac:spMkLst>
            <pc:docMk/>
            <pc:sldMk cId="3655128620" sldId="262"/>
            <ac:spMk id="2" creationId="{CD173DA3-366F-7A69-E6E8-8A113CFE87C8}"/>
          </ac:spMkLst>
        </pc:spChg>
        <pc:spChg chg="del">
          <ac:chgData name="Ferdinand Yeke" userId="1041fb2b61317a19" providerId="LiveId" clId="{DC6A1C12-4628-43B8-85D9-9295F3F82FD2}" dt="2025-12-09T17:05:17.399" v="2611" actId="22"/>
          <ac:spMkLst>
            <pc:docMk/>
            <pc:sldMk cId="3655128620" sldId="262"/>
            <ac:spMk id="3" creationId="{F6B18E74-EE81-B808-75B0-5CD04760FFCE}"/>
          </ac:spMkLst>
        </pc:spChg>
        <pc:spChg chg="add mod">
          <ac:chgData name="Ferdinand Yeke" userId="1041fb2b61317a19" providerId="LiveId" clId="{DC6A1C12-4628-43B8-85D9-9295F3F82FD2}" dt="2025-12-09T17:08:36.353" v="3226" actId="20577"/>
          <ac:spMkLst>
            <pc:docMk/>
            <pc:sldMk cId="3655128620" sldId="262"/>
            <ac:spMk id="10" creationId="{DA8C1A4E-E80A-8912-6BDA-95B90F27ACF8}"/>
          </ac:spMkLst>
        </pc:spChg>
        <pc:picChg chg="add mod ord">
          <ac:chgData name="Ferdinand Yeke" userId="1041fb2b61317a19" providerId="LiveId" clId="{DC6A1C12-4628-43B8-85D9-9295F3F82FD2}" dt="2025-12-09T17:05:19.938" v="2614" actId="26606"/>
          <ac:picMkLst>
            <pc:docMk/>
            <pc:sldMk cId="3655128620" sldId="262"/>
            <ac:picMk id="5" creationId="{A1029A67-29E2-C630-CDAE-BA1C1125AD33}"/>
          </ac:picMkLst>
        </pc:picChg>
      </pc:sldChg>
      <pc:sldChg chg="addSp delSp modSp add mod modClrScheme chgLayout">
        <pc:chgData name="Ferdinand Yeke" userId="1041fb2b61317a19" providerId="LiveId" clId="{DC6A1C12-4628-43B8-85D9-9295F3F82FD2}" dt="2025-12-09T17:11:43.738" v="3677" actId="20577"/>
        <pc:sldMkLst>
          <pc:docMk/>
          <pc:sldMk cId="4292907652" sldId="263"/>
        </pc:sldMkLst>
        <pc:spChg chg="del">
          <ac:chgData name="Ferdinand Yeke" userId="1041fb2b61317a19" providerId="LiveId" clId="{DC6A1C12-4628-43B8-85D9-9295F3F82FD2}" dt="2025-12-09T17:09:01.907" v="3230" actId="26606"/>
          <ac:spMkLst>
            <pc:docMk/>
            <pc:sldMk cId="4292907652" sldId="263"/>
            <ac:spMk id="2" creationId="{4DB5E184-AD3E-BC7B-2DC8-B56AD1E58BD7}"/>
          </ac:spMkLst>
        </pc:spChg>
        <pc:spChg chg="del">
          <ac:chgData name="Ferdinand Yeke" userId="1041fb2b61317a19" providerId="LiveId" clId="{DC6A1C12-4628-43B8-85D9-9295F3F82FD2}" dt="2025-12-09T17:08:55.110" v="3227" actId="22"/>
          <ac:spMkLst>
            <pc:docMk/>
            <pc:sldMk cId="4292907652" sldId="263"/>
            <ac:spMk id="3" creationId="{7C0C0090-A25A-5503-2096-ADD907DBA0F8}"/>
          </ac:spMkLst>
        </pc:spChg>
        <pc:spChg chg="add mod">
          <ac:chgData name="Ferdinand Yeke" userId="1041fb2b61317a19" providerId="LiveId" clId="{DC6A1C12-4628-43B8-85D9-9295F3F82FD2}" dt="2025-12-09T17:09:08.289" v="3231"/>
          <ac:spMkLst>
            <pc:docMk/>
            <pc:sldMk cId="4292907652" sldId="263"/>
            <ac:spMk id="10" creationId="{52B1687F-B004-2800-B692-7FA296EA3A50}"/>
          </ac:spMkLst>
        </pc:spChg>
        <pc:spChg chg="add mod">
          <ac:chgData name="Ferdinand Yeke" userId="1041fb2b61317a19" providerId="LiveId" clId="{DC6A1C12-4628-43B8-85D9-9295F3F82FD2}" dt="2025-12-09T17:11:43.738" v="3677" actId="20577"/>
          <ac:spMkLst>
            <pc:docMk/>
            <pc:sldMk cId="4292907652" sldId="263"/>
            <ac:spMk id="12" creationId="{9D116FE9-9E43-3858-74BA-84130848BCD7}"/>
          </ac:spMkLst>
        </pc:spChg>
        <pc:picChg chg="add mod ord">
          <ac:chgData name="Ferdinand Yeke" userId="1041fb2b61317a19" providerId="LiveId" clId="{DC6A1C12-4628-43B8-85D9-9295F3F82FD2}" dt="2025-12-09T17:09:01.907" v="3230" actId="26606"/>
          <ac:picMkLst>
            <pc:docMk/>
            <pc:sldMk cId="4292907652" sldId="263"/>
            <ac:picMk id="5" creationId="{310CBE63-8532-C646-F108-30F0ED05A62E}"/>
          </ac:picMkLst>
        </pc:picChg>
      </pc:sldChg>
      <pc:sldChg chg="addSp delSp modSp add mod">
        <pc:chgData name="Ferdinand Yeke" userId="1041fb2b61317a19" providerId="LiveId" clId="{DC6A1C12-4628-43B8-85D9-9295F3F82FD2}" dt="2025-12-09T17:46:06.024" v="5321" actId="20577"/>
        <pc:sldMkLst>
          <pc:docMk/>
          <pc:sldMk cId="1009471265" sldId="264"/>
        </pc:sldMkLst>
        <pc:spChg chg="mod">
          <ac:chgData name="Ferdinand Yeke" userId="1041fb2b61317a19" providerId="LiveId" clId="{DC6A1C12-4628-43B8-85D9-9295F3F82FD2}" dt="2025-12-09T17:46:06.024" v="5321" actId="20577"/>
          <ac:spMkLst>
            <pc:docMk/>
            <pc:sldMk cId="1009471265" sldId="264"/>
            <ac:spMk id="2" creationId="{19F9D42A-E8EC-BBC8-92EB-994996783F8E}"/>
          </ac:spMkLst>
        </pc:spChg>
        <pc:spChg chg="add del mod">
          <ac:chgData name="Ferdinand Yeke" userId="1041fb2b61317a19" providerId="LiveId" clId="{DC6A1C12-4628-43B8-85D9-9295F3F82FD2}" dt="2025-12-09T17:25:54.684" v="4605" actId="20577"/>
          <ac:spMkLst>
            <pc:docMk/>
            <pc:sldMk cId="1009471265" sldId="264"/>
            <ac:spMk id="3" creationId="{541606A0-1BEE-9DC1-0761-7B6FED5FB7EA}"/>
          </ac:spMkLst>
        </pc:spChg>
        <pc:picChg chg="add del mod ord">
          <ac:chgData name="Ferdinand Yeke" userId="1041fb2b61317a19" providerId="LiveId" clId="{DC6A1C12-4628-43B8-85D9-9295F3F82FD2}" dt="2025-12-09T17:19:17.801" v="3706" actId="22"/>
          <ac:picMkLst>
            <pc:docMk/>
            <pc:sldMk cId="1009471265" sldId="264"/>
            <ac:picMk id="5" creationId="{6638B0F3-4B64-84B2-7E35-C4CEE3BB3BA0}"/>
          </ac:picMkLst>
        </pc:picChg>
        <pc:picChg chg="add mod">
          <ac:chgData name="Ferdinand Yeke" userId="1041fb2b61317a19" providerId="LiveId" clId="{DC6A1C12-4628-43B8-85D9-9295F3F82FD2}" dt="2025-12-09T17:19:23.133" v="3711" actId="1076"/>
          <ac:picMkLst>
            <pc:docMk/>
            <pc:sldMk cId="1009471265" sldId="264"/>
            <ac:picMk id="7" creationId="{F784CF1A-FF2A-DA58-3FFB-2B71CDA61CBF}"/>
          </ac:picMkLst>
        </pc:picChg>
      </pc:sldChg>
      <pc:sldChg chg="addSp delSp modSp add mod modClrScheme chgLayout">
        <pc:chgData name="Ferdinand Yeke" userId="1041fb2b61317a19" providerId="LiveId" clId="{DC6A1C12-4628-43B8-85D9-9295F3F82FD2}" dt="2025-12-09T17:46:02.352" v="5320" actId="20577"/>
        <pc:sldMkLst>
          <pc:docMk/>
          <pc:sldMk cId="880746710" sldId="265"/>
        </pc:sldMkLst>
        <pc:spChg chg="mod">
          <ac:chgData name="Ferdinand Yeke" userId="1041fb2b61317a19" providerId="LiveId" clId="{DC6A1C12-4628-43B8-85D9-9295F3F82FD2}" dt="2025-12-09T17:46:02.352" v="5320" actId="20577"/>
          <ac:spMkLst>
            <pc:docMk/>
            <pc:sldMk cId="880746710" sldId="265"/>
            <ac:spMk id="2" creationId="{6C2FF643-5BCC-BAD8-85F9-5016BC26596D}"/>
          </ac:spMkLst>
        </pc:spChg>
        <pc:spChg chg="del">
          <ac:chgData name="Ferdinand Yeke" userId="1041fb2b61317a19" providerId="LiveId" clId="{DC6A1C12-4628-43B8-85D9-9295F3F82FD2}" dt="2025-12-09T17:31:20.198" v="4607"/>
          <ac:spMkLst>
            <pc:docMk/>
            <pc:sldMk cId="880746710" sldId="265"/>
            <ac:spMk id="3" creationId="{5FA47604-B66E-CC4F-7270-F09CA4CD6A8B}"/>
          </ac:spMkLst>
        </pc:spChg>
        <pc:spChg chg="add mod">
          <ac:chgData name="Ferdinand Yeke" userId="1041fb2b61317a19" providerId="LiveId" clId="{DC6A1C12-4628-43B8-85D9-9295F3F82FD2}" dt="2025-12-09T17:37:43.995" v="5309" actId="20577"/>
          <ac:spMkLst>
            <pc:docMk/>
            <pc:sldMk cId="880746710" sldId="265"/>
            <ac:spMk id="9" creationId="{1509AD0D-33C3-025C-94AC-EB53AC8DF22B}"/>
          </ac:spMkLst>
        </pc:spChg>
        <pc:picChg chg="add mod">
          <ac:chgData name="Ferdinand Yeke" userId="1041fb2b61317a19" providerId="LiveId" clId="{DC6A1C12-4628-43B8-85D9-9295F3F82FD2}" dt="2025-12-09T17:31:22.804" v="4608" actId="26606"/>
          <ac:picMkLst>
            <pc:docMk/>
            <pc:sldMk cId="880746710" sldId="265"/>
            <ac:picMk id="4" creationId="{AE9ABABE-28AD-255F-1D50-B575772EDAD7}"/>
          </ac:picMkLst>
        </pc:picChg>
        <pc:picChg chg="add mod">
          <ac:chgData name="Ferdinand Yeke" userId="1041fb2b61317a19" providerId="LiveId" clId="{DC6A1C12-4628-43B8-85D9-9295F3F82FD2}" dt="2025-12-09T17:36:22.666" v="5156"/>
          <ac:picMkLst>
            <pc:docMk/>
            <pc:sldMk cId="880746710" sldId="265"/>
            <ac:picMk id="5" creationId="{B8D3A9E8-8818-EC4B-2602-D279CE8AA3B5}"/>
          </ac:picMkLst>
        </pc:picChg>
      </pc:sldChg>
      <pc:sldChg chg="addSp delSp modSp add mod modClrScheme chgLayout">
        <pc:chgData name="Ferdinand Yeke" userId="1041fb2b61317a19" providerId="LiveId" clId="{DC6A1C12-4628-43B8-85D9-9295F3F82FD2}" dt="2025-12-09T18:12:48.228" v="7166" actId="20577"/>
        <pc:sldMkLst>
          <pc:docMk/>
          <pc:sldMk cId="1879895693" sldId="266"/>
        </pc:sldMkLst>
        <pc:spChg chg="del">
          <ac:chgData name="Ferdinand Yeke" userId="1041fb2b61317a19" providerId="LiveId" clId="{DC6A1C12-4628-43B8-85D9-9295F3F82FD2}" dt="2025-12-09T17:45:50.639" v="5319" actId="26606"/>
          <ac:spMkLst>
            <pc:docMk/>
            <pc:sldMk cId="1879895693" sldId="266"/>
            <ac:spMk id="2" creationId="{2D92E61E-5D35-D14E-A521-6960770D1343}"/>
          </ac:spMkLst>
        </pc:spChg>
        <pc:spChg chg="del">
          <ac:chgData name="Ferdinand Yeke" userId="1041fb2b61317a19" providerId="LiveId" clId="{DC6A1C12-4628-43B8-85D9-9295F3F82FD2}" dt="2025-12-09T17:45:48.468" v="5316" actId="22"/>
          <ac:spMkLst>
            <pc:docMk/>
            <pc:sldMk cId="1879895693" sldId="266"/>
            <ac:spMk id="3" creationId="{0ACBF014-D2D5-8332-7381-4E744522C58D}"/>
          </ac:spMkLst>
        </pc:spChg>
        <pc:spChg chg="add mod">
          <ac:chgData name="Ferdinand Yeke" userId="1041fb2b61317a19" providerId="LiveId" clId="{DC6A1C12-4628-43B8-85D9-9295F3F82FD2}" dt="2025-12-09T18:12:48.228" v="7166" actId="20577"/>
          <ac:spMkLst>
            <pc:docMk/>
            <pc:sldMk cId="1879895693" sldId="266"/>
            <ac:spMk id="10" creationId="{CAE0E043-8652-22BC-6FD4-D8D53F46802E}"/>
          </ac:spMkLst>
        </pc:spChg>
        <pc:spChg chg="add mod">
          <ac:chgData name="Ferdinand Yeke" userId="1041fb2b61317a19" providerId="LiveId" clId="{DC6A1C12-4628-43B8-85D9-9295F3F82FD2}" dt="2025-12-09T17:48:55.698" v="5857" actId="20577"/>
          <ac:spMkLst>
            <pc:docMk/>
            <pc:sldMk cId="1879895693" sldId="266"/>
            <ac:spMk id="12" creationId="{0C8CAD8B-54AD-A8DB-191E-41D9417B7D56}"/>
          </ac:spMkLst>
        </pc:spChg>
        <pc:picChg chg="add mod ord">
          <ac:chgData name="Ferdinand Yeke" userId="1041fb2b61317a19" providerId="LiveId" clId="{DC6A1C12-4628-43B8-85D9-9295F3F82FD2}" dt="2025-12-09T17:45:50.639" v="5319" actId="26606"/>
          <ac:picMkLst>
            <pc:docMk/>
            <pc:sldMk cId="1879895693" sldId="266"/>
            <ac:picMk id="5" creationId="{0FBF2446-CD97-C91B-7FFE-58BA0730BCE2}"/>
          </ac:picMkLst>
        </pc:picChg>
      </pc:sldChg>
      <pc:sldChg chg="addSp delSp modSp add mod modClrScheme chgLayout">
        <pc:chgData name="Ferdinand Yeke" userId="1041fb2b61317a19" providerId="LiveId" clId="{DC6A1C12-4628-43B8-85D9-9295F3F82FD2}" dt="2025-12-09T16:57:04.348" v="2575" actId="20577"/>
        <pc:sldMkLst>
          <pc:docMk/>
          <pc:sldMk cId="2992452364" sldId="267"/>
        </pc:sldMkLst>
        <pc:spChg chg="mod">
          <ac:chgData name="Ferdinand Yeke" userId="1041fb2b61317a19" providerId="LiveId" clId="{DC6A1C12-4628-43B8-85D9-9295F3F82FD2}" dt="2025-12-09T16:57:04.348" v="2575" actId="20577"/>
          <ac:spMkLst>
            <pc:docMk/>
            <pc:sldMk cId="2992452364" sldId="267"/>
            <ac:spMk id="2" creationId="{5A606C64-158E-152F-23BB-08D8D6A9542A}"/>
          </ac:spMkLst>
        </pc:spChg>
        <pc:spChg chg="mod">
          <ac:chgData name="Ferdinand Yeke" userId="1041fb2b61317a19" providerId="LiveId" clId="{DC6A1C12-4628-43B8-85D9-9295F3F82FD2}" dt="2025-12-09T16:52:34.905" v="1999" actId="26606"/>
          <ac:spMkLst>
            <pc:docMk/>
            <pc:sldMk cId="2992452364" sldId="267"/>
            <ac:spMk id="3" creationId="{5C76A5D5-D4F6-304E-A97E-A81406ECB61E}"/>
          </ac:spMkLst>
        </pc:spChg>
        <pc:picChg chg="del">
          <ac:chgData name="Ferdinand Yeke" userId="1041fb2b61317a19" providerId="LiveId" clId="{DC6A1C12-4628-43B8-85D9-9295F3F82FD2}" dt="2025-12-09T16:51:23.520" v="1979" actId="478"/>
          <ac:picMkLst>
            <pc:docMk/>
            <pc:sldMk cId="2992452364" sldId="267"/>
            <ac:picMk id="5" creationId="{97DD013F-A17F-2D92-8273-102D60AFEBA9}"/>
          </ac:picMkLst>
        </pc:picChg>
        <pc:picChg chg="add del mod">
          <ac:chgData name="Ferdinand Yeke" userId="1041fb2b61317a19" providerId="LiveId" clId="{DC6A1C12-4628-43B8-85D9-9295F3F82FD2}" dt="2025-12-09T16:52:34.905" v="1999" actId="26606"/>
          <ac:picMkLst>
            <pc:docMk/>
            <pc:sldMk cId="2992452364" sldId="267"/>
            <ac:picMk id="6" creationId="{D6AE0B8B-176F-27FE-DE63-68B27B5435FA}"/>
          </ac:picMkLst>
        </pc:picChg>
      </pc:sldChg>
      <pc:sldChg chg="addSp delSp modSp add mod modClrScheme chgLayout">
        <pc:chgData name="Ferdinand Yeke" userId="1041fb2b61317a19" providerId="LiveId" clId="{DC6A1C12-4628-43B8-85D9-9295F3F82FD2}" dt="2025-12-09T17:52:39.869" v="6272" actId="20577"/>
        <pc:sldMkLst>
          <pc:docMk/>
          <pc:sldMk cId="226146202" sldId="268"/>
        </pc:sldMkLst>
        <pc:spChg chg="mod">
          <ac:chgData name="Ferdinand Yeke" userId="1041fb2b61317a19" providerId="LiveId" clId="{DC6A1C12-4628-43B8-85D9-9295F3F82FD2}" dt="2025-12-09T17:52:39.869" v="6272" actId="20577"/>
          <ac:spMkLst>
            <pc:docMk/>
            <pc:sldMk cId="226146202" sldId="268"/>
            <ac:spMk id="2" creationId="{91C4DEA9-8511-003F-7517-39B61171F23D}"/>
          </ac:spMkLst>
        </pc:spChg>
        <pc:spChg chg="del mod">
          <ac:chgData name="Ferdinand Yeke" userId="1041fb2b61317a19" providerId="LiveId" clId="{DC6A1C12-4628-43B8-85D9-9295F3F82FD2}" dt="2025-12-09T17:49:16.255" v="5869"/>
          <ac:spMkLst>
            <pc:docMk/>
            <pc:sldMk cId="226146202" sldId="268"/>
            <ac:spMk id="3" creationId="{FCEB65F5-EDC8-2C72-D149-2D263DFCBBCA}"/>
          </ac:spMkLst>
        </pc:spChg>
        <pc:spChg chg="add mod">
          <ac:chgData name="Ferdinand Yeke" userId="1041fb2b61317a19" providerId="LiveId" clId="{DC6A1C12-4628-43B8-85D9-9295F3F82FD2}" dt="2025-12-09T17:51:27.066" v="6255" actId="33524"/>
          <ac:spMkLst>
            <pc:docMk/>
            <pc:sldMk cId="226146202" sldId="268"/>
            <ac:spMk id="9" creationId="{39275D51-E289-BDD7-4CCC-FF75BD259441}"/>
          </ac:spMkLst>
        </pc:spChg>
        <pc:picChg chg="add mod">
          <ac:chgData name="Ferdinand Yeke" userId="1041fb2b61317a19" providerId="LiveId" clId="{DC6A1C12-4628-43B8-85D9-9295F3F82FD2}" dt="2025-12-09T17:49:21.347" v="5870" actId="26606"/>
          <ac:picMkLst>
            <pc:docMk/>
            <pc:sldMk cId="226146202" sldId="268"/>
            <ac:picMk id="4" creationId="{AB163057-BBBC-3A6B-6840-22B41FD20460}"/>
          </ac:picMkLst>
        </pc:picChg>
      </pc:sldChg>
      <pc:sldChg chg="addSp delSp modSp add del mod modClrScheme chgLayout">
        <pc:chgData name="Ferdinand Yeke" userId="1041fb2b61317a19" providerId="LiveId" clId="{DC6A1C12-4628-43B8-85D9-9295F3F82FD2}" dt="2025-12-09T17:19:16.894" v="3704" actId="2890"/>
        <pc:sldMkLst>
          <pc:docMk/>
          <pc:sldMk cId="2862829185" sldId="268"/>
        </pc:sldMkLst>
        <pc:spChg chg="mod">
          <ac:chgData name="Ferdinand Yeke" userId="1041fb2b61317a19" providerId="LiveId" clId="{DC6A1C12-4628-43B8-85D9-9295F3F82FD2}" dt="2025-12-09T17:19:16.631" v="3703" actId="26606"/>
          <ac:spMkLst>
            <pc:docMk/>
            <pc:sldMk cId="2862829185" sldId="268"/>
            <ac:spMk id="2" creationId="{061F6D28-24FB-7062-784F-2E0A040B4394}"/>
          </ac:spMkLst>
        </pc:spChg>
        <pc:spChg chg="add del mod">
          <ac:chgData name="Ferdinand Yeke" userId="1041fb2b61317a19" providerId="LiveId" clId="{DC6A1C12-4628-43B8-85D9-9295F3F82FD2}" dt="2025-12-09T17:19:16.631" v="3703" actId="26606"/>
          <ac:spMkLst>
            <pc:docMk/>
            <pc:sldMk cId="2862829185" sldId="268"/>
            <ac:spMk id="10" creationId="{6EA1A733-3559-2B9A-F2F5-3A9D31C0FCAB}"/>
          </ac:spMkLst>
        </pc:spChg>
        <pc:picChg chg="mod">
          <ac:chgData name="Ferdinand Yeke" userId="1041fb2b61317a19" providerId="LiveId" clId="{DC6A1C12-4628-43B8-85D9-9295F3F82FD2}" dt="2025-12-09T17:19:16.631" v="3703" actId="26606"/>
          <ac:picMkLst>
            <pc:docMk/>
            <pc:sldMk cId="2862829185" sldId="268"/>
            <ac:picMk id="5" creationId="{E85524D6-3DA6-877A-E923-EF7FE1626F0E}"/>
          </ac:picMkLst>
        </pc:picChg>
      </pc:sldChg>
      <pc:sldChg chg="addSp delSp modSp add mod modClrScheme chgLayout">
        <pc:chgData name="Ferdinand Yeke" userId="1041fb2b61317a19" providerId="LiveId" clId="{DC6A1C12-4628-43B8-85D9-9295F3F82FD2}" dt="2025-12-09T18:09:37.610" v="7137" actId="20577"/>
        <pc:sldMkLst>
          <pc:docMk/>
          <pc:sldMk cId="2264250984" sldId="269"/>
        </pc:sldMkLst>
        <pc:spChg chg="add del">
          <ac:chgData name="Ferdinand Yeke" userId="1041fb2b61317a19" providerId="LiveId" clId="{DC6A1C12-4628-43B8-85D9-9295F3F82FD2}" dt="2025-12-09T17:52:25.264" v="6268" actId="26606"/>
          <ac:spMkLst>
            <pc:docMk/>
            <pc:sldMk cId="2264250984" sldId="269"/>
            <ac:spMk id="2" creationId="{0AEDCA43-F2A6-0EFE-6A9C-E0C6E4B5B934}"/>
          </ac:spMkLst>
        </pc:spChg>
        <pc:spChg chg="del">
          <ac:chgData name="Ferdinand Yeke" userId="1041fb2b61317a19" providerId="LiveId" clId="{DC6A1C12-4628-43B8-85D9-9295F3F82FD2}" dt="2025-12-09T17:51:55.498" v="6256"/>
          <ac:spMkLst>
            <pc:docMk/>
            <pc:sldMk cId="2264250984" sldId="269"/>
            <ac:spMk id="3" creationId="{D88F4349-8582-87E4-7F27-F2D4E6320803}"/>
          </ac:spMkLst>
        </pc:spChg>
        <pc:spChg chg="add mod">
          <ac:chgData name="Ferdinand Yeke" userId="1041fb2b61317a19" providerId="LiveId" clId="{DC6A1C12-4628-43B8-85D9-9295F3F82FD2}" dt="2025-12-09T17:52:42.104" v="6273"/>
          <ac:spMkLst>
            <pc:docMk/>
            <pc:sldMk cId="2264250984" sldId="269"/>
            <ac:spMk id="6" creationId="{2DAAB72F-F36F-1AAD-690A-EBC2B002A48E}"/>
          </ac:spMkLst>
        </pc:spChg>
        <pc:spChg chg="add mod">
          <ac:chgData name="Ferdinand Yeke" userId="1041fb2b61317a19" providerId="LiveId" clId="{DC6A1C12-4628-43B8-85D9-9295F3F82FD2}" dt="2025-12-09T18:09:37.610" v="7137" actId="20577"/>
          <ac:spMkLst>
            <pc:docMk/>
            <pc:sldMk cId="2264250984" sldId="269"/>
            <ac:spMk id="7" creationId="{20D1ECE7-F2CA-6586-82F6-FB99CA26730E}"/>
          </ac:spMkLst>
        </pc:spChg>
        <pc:spChg chg="add del mod">
          <ac:chgData name="Ferdinand Yeke" userId="1041fb2b61317a19" providerId="LiveId" clId="{DC6A1C12-4628-43B8-85D9-9295F3F82FD2}" dt="2025-12-09T17:52:18.214" v="6262" actId="26606"/>
          <ac:spMkLst>
            <pc:docMk/>
            <pc:sldMk cId="2264250984" sldId="269"/>
            <ac:spMk id="9" creationId="{64C7FE7D-E74F-F7F9-214A-07635D630FC0}"/>
          </ac:spMkLst>
        </pc:spChg>
        <pc:spChg chg="add del mod">
          <ac:chgData name="Ferdinand Yeke" userId="1041fb2b61317a19" providerId="LiveId" clId="{DC6A1C12-4628-43B8-85D9-9295F3F82FD2}" dt="2025-12-09T17:52:18.214" v="6262" actId="26606"/>
          <ac:spMkLst>
            <pc:docMk/>
            <pc:sldMk cId="2264250984" sldId="269"/>
            <ac:spMk id="11" creationId="{CE328A15-008C-2CC1-ACBD-479DDD5761FF}"/>
          </ac:spMkLst>
        </pc:spChg>
        <pc:spChg chg="add del mod">
          <ac:chgData name="Ferdinand Yeke" userId="1041fb2b61317a19" providerId="LiveId" clId="{DC6A1C12-4628-43B8-85D9-9295F3F82FD2}" dt="2025-12-09T17:52:21.272" v="6266" actId="26606"/>
          <ac:spMkLst>
            <pc:docMk/>
            <pc:sldMk cId="2264250984" sldId="269"/>
            <ac:spMk id="13" creationId="{80806CAD-38BE-C18F-1C39-BD7F2F06F676}"/>
          </ac:spMkLst>
        </pc:spChg>
        <pc:spChg chg="add del mod">
          <ac:chgData name="Ferdinand Yeke" userId="1041fb2b61317a19" providerId="LiveId" clId="{DC6A1C12-4628-43B8-85D9-9295F3F82FD2}" dt="2025-12-09T17:52:21.272" v="6266" actId="26606"/>
          <ac:spMkLst>
            <pc:docMk/>
            <pc:sldMk cId="2264250984" sldId="269"/>
            <ac:spMk id="14" creationId="{DFD0CC73-EBCB-B169-3DF4-1DD511E6B944}"/>
          </ac:spMkLst>
        </pc:spChg>
        <pc:picChg chg="add mod">
          <ac:chgData name="Ferdinand Yeke" userId="1041fb2b61317a19" providerId="LiveId" clId="{DC6A1C12-4628-43B8-85D9-9295F3F82FD2}" dt="2025-12-09T17:52:35.827" v="6271" actId="1076"/>
          <ac:picMkLst>
            <pc:docMk/>
            <pc:sldMk cId="2264250984" sldId="269"/>
            <ac:picMk id="4" creationId="{00547716-9F39-E9B6-25EC-E4C9A0074919}"/>
          </ac:picMkLst>
        </pc:picChg>
      </pc:sldChg>
      <pc:sldChg chg="addSp modSp add mod">
        <pc:chgData name="Ferdinand Yeke" userId="1041fb2b61317a19" providerId="LiveId" clId="{DC6A1C12-4628-43B8-85D9-9295F3F82FD2}" dt="2025-12-09T18:14:26.990" v="7228" actId="1076"/>
        <pc:sldMkLst>
          <pc:docMk/>
          <pc:sldMk cId="4133704297" sldId="270"/>
        </pc:sldMkLst>
        <pc:spChg chg="mod">
          <ac:chgData name="Ferdinand Yeke" userId="1041fb2b61317a19" providerId="LiveId" clId="{DC6A1C12-4628-43B8-85D9-9295F3F82FD2}" dt="2025-12-09T18:12:13.430" v="7165" actId="20577"/>
          <ac:spMkLst>
            <pc:docMk/>
            <pc:sldMk cId="4133704297" sldId="270"/>
            <ac:spMk id="2" creationId="{F3D344B1-54E5-6A7A-8FCD-C463375C6E94}"/>
          </ac:spMkLst>
        </pc:spChg>
        <pc:spChg chg="mod">
          <ac:chgData name="Ferdinand Yeke" userId="1041fb2b61317a19" providerId="LiveId" clId="{DC6A1C12-4628-43B8-85D9-9295F3F82FD2}" dt="2025-12-09T18:13:37.660" v="7224" actId="20577"/>
          <ac:spMkLst>
            <pc:docMk/>
            <pc:sldMk cId="4133704297" sldId="270"/>
            <ac:spMk id="3" creationId="{0E9EE7F2-C941-8205-981F-4A36BA995707}"/>
          </ac:spMkLst>
        </pc:spChg>
        <pc:picChg chg="add mod">
          <ac:chgData name="Ferdinand Yeke" userId="1041fb2b61317a19" providerId="LiveId" clId="{DC6A1C12-4628-43B8-85D9-9295F3F82FD2}" dt="2025-12-09T18:14:26.990" v="7228" actId="1076"/>
          <ac:picMkLst>
            <pc:docMk/>
            <pc:sldMk cId="4133704297" sldId="270"/>
            <ac:picMk id="5" creationId="{1B0E903B-34C2-05C2-2E26-05DEB5B72FF9}"/>
          </ac:picMkLst>
        </pc:picChg>
      </pc:sldChg>
      <pc:sldChg chg="addSp modSp add mod">
        <pc:chgData name="Ferdinand Yeke" userId="1041fb2b61317a19" providerId="LiveId" clId="{DC6A1C12-4628-43B8-85D9-9295F3F82FD2}" dt="2025-12-09T18:44:59.773" v="9852" actId="14100"/>
        <pc:sldMkLst>
          <pc:docMk/>
          <pc:sldMk cId="2596796243" sldId="271"/>
        </pc:sldMkLst>
        <pc:spChg chg="mod">
          <ac:chgData name="Ferdinand Yeke" userId="1041fb2b61317a19" providerId="LiveId" clId="{DC6A1C12-4628-43B8-85D9-9295F3F82FD2}" dt="2025-12-09T18:16:05.016" v="7252" actId="20577"/>
          <ac:spMkLst>
            <pc:docMk/>
            <pc:sldMk cId="2596796243" sldId="271"/>
            <ac:spMk id="2" creationId="{AFB05E93-C2D2-1155-3BE1-B2406A8750D5}"/>
          </ac:spMkLst>
        </pc:spChg>
        <pc:spChg chg="mod">
          <ac:chgData name="Ferdinand Yeke" userId="1041fb2b61317a19" providerId="LiveId" clId="{DC6A1C12-4628-43B8-85D9-9295F3F82FD2}" dt="2025-12-09T18:16:29.978" v="7327" actId="20577"/>
          <ac:spMkLst>
            <pc:docMk/>
            <pc:sldMk cId="2596796243" sldId="271"/>
            <ac:spMk id="3" creationId="{F1D27633-39DC-F8B5-C01E-517E4A848402}"/>
          </ac:spMkLst>
        </pc:spChg>
        <pc:picChg chg="add mod">
          <ac:chgData name="Ferdinand Yeke" userId="1041fb2b61317a19" providerId="LiveId" clId="{DC6A1C12-4628-43B8-85D9-9295F3F82FD2}" dt="2025-12-09T18:16:32.991" v="7329" actId="1076"/>
          <ac:picMkLst>
            <pc:docMk/>
            <pc:sldMk cId="2596796243" sldId="271"/>
            <ac:picMk id="5" creationId="{A05BEF82-2B56-3200-FB06-CEB6490B8457}"/>
          </ac:picMkLst>
        </pc:picChg>
        <pc:picChg chg="add mod">
          <ac:chgData name="Ferdinand Yeke" userId="1041fb2b61317a19" providerId="LiveId" clId="{DC6A1C12-4628-43B8-85D9-9295F3F82FD2}" dt="2025-12-09T18:44:55.367" v="9851" actId="14100"/>
          <ac:picMkLst>
            <pc:docMk/>
            <pc:sldMk cId="2596796243" sldId="271"/>
            <ac:picMk id="7" creationId="{D94530E4-7335-2992-99BC-21319445E14B}"/>
          </ac:picMkLst>
        </pc:picChg>
        <pc:picChg chg="add mod">
          <ac:chgData name="Ferdinand Yeke" userId="1041fb2b61317a19" providerId="LiveId" clId="{DC6A1C12-4628-43B8-85D9-9295F3F82FD2}" dt="2025-12-09T18:44:59.773" v="9852" actId="14100"/>
          <ac:picMkLst>
            <pc:docMk/>
            <pc:sldMk cId="2596796243" sldId="271"/>
            <ac:picMk id="9" creationId="{3EB78627-940F-5FC6-7FDE-0F0DA92EF42D}"/>
          </ac:picMkLst>
        </pc:picChg>
      </pc:sldChg>
      <pc:sldChg chg="addSp modSp add mod">
        <pc:chgData name="Ferdinand Yeke" userId="1041fb2b61317a19" providerId="LiveId" clId="{DC6A1C12-4628-43B8-85D9-9295F3F82FD2}" dt="2025-12-09T18:46:50.551" v="10007" actId="313"/>
        <pc:sldMkLst>
          <pc:docMk/>
          <pc:sldMk cId="1837918942" sldId="272"/>
        </pc:sldMkLst>
        <pc:spChg chg="mod">
          <ac:chgData name="Ferdinand Yeke" userId="1041fb2b61317a19" providerId="LiveId" clId="{DC6A1C12-4628-43B8-85D9-9295F3F82FD2}" dt="2025-12-09T18:18:17.280" v="7365" actId="20577"/>
          <ac:spMkLst>
            <pc:docMk/>
            <pc:sldMk cId="1837918942" sldId="272"/>
            <ac:spMk id="2" creationId="{56EB6036-856D-27C3-A46D-41996290C849}"/>
          </ac:spMkLst>
        </pc:spChg>
        <pc:spChg chg="mod">
          <ac:chgData name="Ferdinand Yeke" userId="1041fb2b61317a19" providerId="LiveId" clId="{DC6A1C12-4628-43B8-85D9-9295F3F82FD2}" dt="2025-12-09T18:46:50.551" v="10007" actId="313"/>
          <ac:spMkLst>
            <pc:docMk/>
            <pc:sldMk cId="1837918942" sldId="272"/>
            <ac:spMk id="3" creationId="{7438BDDF-BE58-D07F-EE2C-36C6AE4AEC63}"/>
          </ac:spMkLst>
        </pc:spChg>
        <pc:picChg chg="add mod">
          <ac:chgData name="Ferdinand Yeke" userId="1041fb2b61317a19" providerId="LiveId" clId="{DC6A1C12-4628-43B8-85D9-9295F3F82FD2}" dt="2025-12-09T18:46:21.404" v="9904" actId="1076"/>
          <ac:picMkLst>
            <pc:docMk/>
            <pc:sldMk cId="1837918942" sldId="272"/>
            <ac:picMk id="5" creationId="{28DB4C1D-8C27-B2E6-4CC1-3357AEE3A702}"/>
          </ac:picMkLst>
        </pc:picChg>
      </pc:sldChg>
      <pc:sldChg chg="modSp add mod modClrScheme chgLayout">
        <pc:chgData name="Ferdinand Yeke" userId="1041fb2b61317a19" providerId="LiveId" clId="{DC6A1C12-4628-43B8-85D9-9295F3F82FD2}" dt="2025-12-09T18:55:13.731" v="10124" actId="20577"/>
        <pc:sldMkLst>
          <pc:docMk/>
          <pc:sldMk cId="547322191" sldId="273"/>
        </pc:sldMkLst>
        <pc:spChg chg="mod">
          <ac:chgData name="Ferdinand Yeke" userId="1041fb2b61317a19" providerId="LiveId" clId="{DC6A1C12-4628-43B8-85D9-9295F3F82FD2}" dt="2025-12-09T18:55:13.731" v="10124" actId="20577"/>
          <ac:spMkLst>
            <pc:docMk/>
            <pc:sldMk cId="547322191" sldId="273"/>
            <ac:spMk id="2" creationId="{1A34CF1F-1B9C-6425-E616-01E317FBDC76}"/>
          </ac:spMkLst>
        </pc:spChg>
        <pc:spChg chg="mod">
          <ac:chgData name="Ferdinand Yeke" userId="1041fb2b61317a19" providerId="LiveId" clId="{DC6A1C12-4628-43B8-85D9-9295F3F82FD2}" dt="2025-12-09T18:55:13.357" v="10123" actId="20577"/>
          <ac:spMkLst>
            <pc:docMk/>
            <pc:sldMk cId="547322191" sldId="273"/>
            <ac:spMk id="3" creationId="{8275E684-6DC6-83A8-CEC4-8D2E781BC2EF}"/>
          </ac:spMkLst>
        </pc:spChg>
      </pc:sldChg>
      <pc:sldChg chg="addSp modSp add mod">
        <pc:chgData name="Ferdinand Yeke" userId="1041fb2b61317a19" providerId="LiveId" clId="{DC6A1C12-4628-43B8-85D9-9295F3F82FD2}" dt="2025-12-09T18:20:23.061" v="7634" actId="22"/>
        <pc:sldMkLst>
          <pc:docMk/>
          <pc:sldMk cId="151581690" sldId="274"/>
        </pc:sldMkLst>
        <pc:spChg chg="mod">
          <ac:chgData name="Ferdinand Yeke" userId="1041fb2b61317a19" providerId="LiveId" clId="{DC6A1C12-4628-43B8-85D9-9295F3F82FD2}" dt="2025-12-09T18:19:42.691" v="7565" actId="20577"/>
          <ac:spMkLst>
            <pc:docMk/>
            <pc:sldMk cId="151581690" sldId="274"/>
            <ac:spMk id="2" creationId="{EC2DD54F-6FD7-E60A-6972-3E1F3162A221}"/>
          </ac:spMkLst>
        </pc:spChg>
        <pc:spChg chg="mod">
          <ac:chgData name="Ferdinand Yeke" userId="1041fb2b61317a19" providerId="LiveId" clId="{DC6A1C12-4628-43B8-85D9-9295F3F82FD2}" dt="2025-12-09T18:20:22.007" v="7633" actId="20577"/>
          <ac:spMkLst>
            <pc:docMk/>
            <pc:sldMk cId="151581690" sldId="274"/>
            <ac:spMk id="3" creationId="{58C05DBB-669E-58B7-2B0D-C7A92D7F0600}"/>
          </ac:spMkLst>
        </pc:spChg>
        <pc:picChg chg="add">
          <ac:chgData name="Ferdinand Yeke" userId="1041fb2b61317a19" providerId="LiveId" clId="{DC6A1C12-4628-43B8-85D9-9295F3F82FD2}" dt="2025-12-09T18:20:23.061" v="7634" actId="22"/>
          <ac:picMkLst>
            <pc:docMk/>
            <pc:sldMk cId="151581690" sldId="274"/>
            <ac:picMk id="5" creationId="{3ADACC90-B3C0-87EA-080A-1E6C31365BE2}"/>
          </ac:picMkLst>
        </pc:picChg>
      </pc:sldChg>
      <pc:sldChg chg="addSp delSp modSp add mod modClrScheme chgLayout">
        <pc:chgData name="Ferdinand Yeke" userId="1041fb2b61317a19" providerId="LiveId" clId="{DC6A1C12-4628-43B8-85D9-9295F3F82FD2}" dt="2025-12-09T18:24:06.611" v="8165" actId="20577"/>
        <pc:sldMkLst>
          <pc:docMk/>
          <pc:sldMk cId="2796234132" sldId="275"/>
        </pc:sldMkLst>
        <pc:spChg chg="mod">
          <ac:chgData name="Ferdinand Yeke" userId="1041fb2b61317a19" providerId="LiveId" clId="{DC6A1C12-4628-43B8-85D9-9295F3F82FD2}" dt="2025-12-09T18:21:34.766" v="7656" actId="26606"/>
          <ac:spMkLst>
            <pc:docMk/>
            <pc:sldMk cId="2796234132" sldId="275"/>
            <ac:spMk id="2" creationId="{92C78DB7-EFA3-2195-0E42-5ACF7F57C1D9}"/>
          </ac:spMkLst>
        </pc:spChg>
        <pc:spChg chg="del">
          <ac:chgData name="Ferdinand Yeke" userId="1041fb2b61317a19" providerId="LiveId" clId="{DC6A1C12-4628-43B8-85D9-9295F3F82FD2}" dt="2025-12-09T18:21:32.037" v="7653" actId="22"/>
          <ac:spMkLst>
            <pc:docMk/>
            <pc:sldMk cId="2796234132" sldId="275"/>
            <ac:spMk id="3" creationId="{D253F476-B725-CACD-4FCF-C4CD08E0F37F}"/>
          </ac:spMkLst>
        </pc:spChg>
        <pc:spChg chg="add mod">
          <ac:chgData name="Ferdinand Yeke" userId="1041fb2b61317a19" providerId="LiveId" clId="{DC6A1C12-4628-43B8-85D9-9295F3F82FD2}" dt="2025-12-09T18:24:06.611" v="8165" actId="20577"/>
          <ac:spMkLst>
            <pc:docMk/>
            <pc:sldMk cId="2796234132" sldId="275"/>
            <ac:spMk id="10" creationId="{B916F451-8667-5AAF-2FDE-6125F0698B53}"/>
          </ac:spMkLst>
        </pc:spChg>
        <pc:picChg chg="add mod ord">
          <ac:chgData name="Ferdinand Yeke" userId="1041fb2b61317a19" providerId="LiveId" clId="{DC6A1C12-4628-43B8-85D9-9295F3F82FD2}" dt="2025-12-09T18:21:34.766" v="7656" actId="26606"/>
          <ac:picMkLst>
            <pc:docMk/>
            <pc:sldMk cId="2796234132" sldId="275"/>
            <ac:picMk id="5" creationId="{83361FAC-1C44-BD7B-E762-2A7CA7B0E60F}"/>
          </ac:picMkLst>
        </pc:picChg>
      </pc:sldChg>
      <pc:sldChg chg="addSp delSp modSp add mod modClrScheme chgLayout">
        <pc:chgData name="Ferdinand Yeke" userId="1041fb2b61317a19" providerId="LiveId" clId="{DC6A1C12-4628-43B8-85D9-9295F3F82FD2}" dt="2025-12-09T18:35:30.596" v="8755" actId="20577"/>
        <pc:sldMkLst>
          <pc:docMk/>
          <pc:sldMk cId="1756051191" sldId="276"/>
        </pc:sldMkLst>
        <pc:spChg chg="mod">
          <ac:chgData name="Ferdinand Yeke" userId="1041fb2b61317a19" providerId="LiveId" clId="{DC6A1C12-4628-43B8-85D9-9295F3F82FD2}" dt="2025-12-09T18:32:24.531" v="8217" actId="26606"/>
          <ac:spMkLst>
            <pc:docMk/>
            <pc:sldMk cId="1756051191" sldId="276"/>
            <ac:spMk id="2" creationId="{08723DCD-2BB0-FEAF-D7F7-FE5997D2FA26}"/>
          </ac:spMkLst>
        </pc:spChg>
        <pc:spChg chg="del">
          <ac:chgData name="Ferdinand Yeke" userId="1041fb2b61317a19" providerId="LiveId" clId="{DC6A1C12-4628-43B8-85D9-9295F3F82FD2}" dt="2025-12-09T18:32:20.045" v="8216"/>
          <ac:spMkLst>
            <pc:docMk/>
            <pc:sldMk cId="1756051191" sldId="276"/>
            <ac:spMk id="3" creationId="{C915955F-A7AD-4C2A-913F-3B49FB62B2BB}"/>
          </ac:spMkLst>
        </pc:spChg>
        <pc:spChg chg="add mod">
          <ac:chgData name="Ferdinand Yeke" userId="1041fb2b61317a19" providerId="LiveId" clId="{DC6A1C12-4628-43B8-85D9-9295F3F82FD2}" dt="2025-12-09T18:35:30.596" v="8755" actId="20577"/>
          <ac:spMkLst>
            <pc:docMk/>
            <pc:sldMk cId="1756051191" sldId="276"/>
            <ac:spMk id="9" creationId="{9063859D-126D-8A10-082E-3C0F25366364}"/>
          </ac:spMkLst>
        </pc:spChg>
        <pc:picChg chg="add mod">
          <ac:chgData name="Ferdinand Yeke" userId="1041fb2b61317a19" providerId="LiveId" clId="{DC6A1C12-4628-43B8-85D9-9295F3F82FD2}" dt="2025-12-09T18:32:24.531" v="8217" actId="26606"/>
          <ac:picMkLst>
            <pc:docMk/>
            <pc:sldMk cId="1756051191" sldId="276"/>
            <ac:picMk id="4" creationId="{CC084FEA-0ED3-C636-F4D4-230A18868835}"/>
          </ac:picMkLst>
        </pc:picChg>
      </pc:sldChg>
      <pc:sldChg chg="addSp delSp modSp add mod">
        <pc:chgData name="Ferdinand Yeke" userId="1041fb2b61317a19" providerId="LiveId" clId="{DC6A1C12-4628-43B8-85D9-9295F3F82FD2}" dt="2025-12-09T18:38:53.928" v="9076" actId="1076"/>
        <pc:sldMkLst>
          <pc:docMk/>
          <pc:sldMk cId="4005401552" sldId="277"/>
        </pc:sldMkLst>
        <pc:spChg chg="mod">
          <ac:chgData name="Ferdinand Yeke" userId="1041fb2b61317a19" providerId="LiveId" clId="{DC6A1C12-4628-43B8-85D9-9295F3F82FD2}" dt="2025-12-09T18:36:06.944" v="8767" actId="20577"/>
          <ac:spMkLst>
            <pc:docMk/>
            <pc:sldMk cId="4005401552" sldId="277"/>
            <ac:spMk id="2" creationId="{8A9285FB-B3CD-8331-EE4E-ED2B0EB9DAF8}"/>
          </ac:spMkLst>
        </pc:spChg>
        <pc:spChg chg="mod">
          <ac:chgData name="Ferdinand Yeke" userId="1041fb2b61317a19" providerId="LiveId" clId="{DC6A1C12-4628-43B8-85D9-9295F3F82FD2}" dt="2025-12-09T18:37:19.902" v="9062" actId="20577"/>
          <ac:spMkLst>
            <pc:docMk/>
            <pc:sldMk cId="4005401552" sldId="277"/>
            <ac:spMk id="3" creationId="{E8A24410-BB03-4624-2B65-3EE0397DA313}"/>
          </ac:spMkLst>
        </pc:spChg>
        <pc:picChg chg="add mod">
          <ac:chgData name="Ferdinand Yeke" userId="1041fb2b61317a19" providerId="LiveId" clId="{DC6A1C12-4628-43B8-85D9-9295F3F82FD2}" dt="2025-12-09T18:37:33.956" v="9066"/>
          <ac:picMkLst>
            <pc:docMk/>
            <pc:sldMk cId="4005401552" sldId="277"/>
            <ac:picMk id="4" creationId="{6DBB13B5-4B22-4CF3-C993-AAFB567C3893}"/>
          </ac:picMkLst>
        </pc:picChg>
        <pc:picChg chg="add del mod">
          <ac:chgData name="Ferdinand Yeke" userId="1041fb2b61317a19" providerId="LiveId" clId="{DC6A1C12-4628-43B8-85D9-9295F3F82FD2}" dt="2025-12-09T18:38:32.329" v="9072" actId="22"/>
          <ac:picMkLst>
            <pc:docMk/>
            <pc:sldMk cId="4005401552" sldId="277"/>
            <ac:picMk id="6" creationId="{A1A5EAE7-5EAF-A2AF-11CB-258C6180221A}"/>
          </ac:picMkLst>
        </pc:picChg>
        <pc:picChg chg="add mod">
          <ac:chgData name="Ferdinand Yeke" userId="1041fb2b61317a19" providerId="LiveId" clId="{DC6A1C12-4628-43B8-85D9-9295F3F82FD2}" dt="2025-12-09T18:38:53.928" v="9076" actId="1076"/>
          <ac:picMkLst>
            <pc:docMk/>
            <pc:sldMk cId="4005401552" sldId="277"/>
            <ac:picMk id="8" creationId="{EEB969C3-F97B-3EE8-032E-E9C1F2BB952C}"/>
          </ac:picMkLst>
        </pc:picChg>
      </pc:sldChg>
      <pc:sldChg chg="addSp delSp modSp add mod">
        <pc:chgData name="Ferdinand Yeke" userId="1041fb2b61317a19" providerId="LiveId" clId="{DC6A1C12-4628-43B8-85D9-9295F3F82FD2}" dt="2025-12-09T18:40:35.959" v="9279" actId="1076"/>
        <pc:sldMkLst>
          <pc:docMk/>
          <pc:sldMk cId="1897144828" sldId="278"/>
        </pc:sldMkLst>
        <pc:spChg chg="mod">
          <ac:chgData name="Ferdinand Yeke" userId="1041fb2b61317a19" providerId="LiveId" clId="{DC6A1C12-4628-43B8-85D9-9295F3F82FD2}" dt="2025-12-09T18:40:03.856" v="9274" actId="313"/>
          <ac:spMkLst>
            <pc:docMk/>
            <pc:sldMk cId="1897144828" sldId="278"/>
            <ac:spMk id="3" creationId="{E7E4EED6-5BE7-FA50-5A74-14153F0619CD}"/>
          </ac:spMkLst>
        </pc:spChg>
        <pc:picChg chg="add mod">
          <ac:chgData name="Ferdinand Yeke" userId="1041fb2b61317a19" providerId="LiveId" clId="{DC6A1C12-4628-43B8-85D9-9295F3F82FD2}" dt="2025-12-09T18:40:35.959" v="9279" actId="1076"/>
          <ac:picMkLst>
            <pc:docMk/>
            <pc:sldMk cId="1897144828" sldId="278"/>
            <ac:picMk id="5" creationId="{186F1BFB-E053-4896-A7D2-D262F680B328}"/>
          </ac:picMkLst>
        </pc:picChg>
        <pc:picChg chg="del">
          <ac:chgData name="Ferdinand Yeke" userId="1041fb2b61317a19" providerId="LiveId" clId="{DC6A1C12-4628-43B8-85D9-9295F3F82FD2}" dt="2025-12-09T18:40:32.242" v="9275" actId="478"/>
          <ac:picMkLst>
            <pc:docMk/>
            <pc:sldMk cId="1897144828" sldId="278"/>
            <ac:picMk id="8" creationId="{261DD5DA-C6C3-27E9-96AB-732F50E3E2ED}"/>
          </ac:picMkLst>
        </pc:picChg>
      </pc:sldChg>
      <pc:sldChg chg="addSp delSp modSp add mod ord modClrScheme chgLayout">
        <pc:chgData name="Ferdinand Yeke" userId="1041fb2b61317a19" providerId="LiveId" clId="{DC6A1C12-4628-43B8-85D9-9295F3F82FD2}" dt="2025-12-09T18:55:41.448" v="10130" actId="33524"/>
        <pc:sldMkLst>
          <pc:docMk/>
          <pc:sldMk cId="116041706" sldId="279"/>
        </pc:sldMkLst>
        <pc:spChg chg="mod">
          <ac:chgData name="Ferdinand Yeke" userId="1041fb2b61317a19" providerId="LiveId" clId="{DC6A1C12-4628-43B8-85D9-9295F3F82FD2}" dt="2025-12-09T18:49:32.777" v="10058" actId="26606"/>
          <ac:spMkLst>
            <pc:docMk/>
            <pc:sldMk cId="116041706" sldId="279"/>
            <ac:spMk id="2" creationId="{AA0E1489-8FE1-71AC-131E-967F45A38189}"/>
          </ac:spMkLst>
        </pc:spChg>
        <pc:spChg chg="mod ord">
          <ac:chgData name="Ferdinand Yeke" userId="1041fb2b61317a19" providerId="LiveId" clId="{DC6A1C12-4628-43B8-85D9-9295F3F82FD2}" dt="2025-12-09T18:55:41.448" v="10130" actId="33524"/>
          <ac:spMkLst>
            <pc:docMk/>
            <pc:sldMk cId="116041706" sldId="279"/>
            <ac:spMk id="3" creationId="{91E026FB-35E9-ABFD-0AD7-70B59775629B}"/>
          </ac:spMkLst>
        </pc:spChg>
        <pc:picChg chg="del">
          <ac:chgData name="Ferdinand Yeke" userId="1041fb2b61317a19" providerId="LiveId" clId="{DC6A1C12-4628-43B8-85D9-9295F3F82FD2}" dt="2025-12-09T18:48:26.960" v="10009" actId="478"/>
          <ac:picMkLst>
            <pc:docMk/>
            <pc:sldMk cId="116041706" sldId="279"/>
            <ac:picMk id="5" creationId="{87E42DBD-4834-6E22-E812-4EB3479FF7BD}"/>
          </ac:picMkLst>
        </pc:picChg>
        <pc:picChg chg="add mod">
          <ac:chgData name="Ferdinand Yeke" userId="1041fb2b61317a19" providerId="LiveId" clId="{DC6A1C12-4628-43B8-85D9-9295F3F82FD2}" dt="2025-12-09T18:49:32.777" v="10058" actId="26606"/>
          <ac:picMkLst>
            <pc:docMk/>
            <pc:sldMk cId="116041706" sldId="279"/>
            <ac:picMk id="6" creationId="{5E5DA527-FC45-56D8-049F-451CD7B73BE5}"/>
          </ac:picMkLst>
        </pc:picChg>
        <pc:picChg chg="del">
          <ac:chgData name="Ferdinand Yeke" userId="1041fb2b61317a19" providerId="LiveId" clId="{DC6A1C12-4628-43B8-85D9-9295F3F82FD2}" dt="2025-12-09T18:48:27.426" v="10010" actId="478"/>
          <ac:picMkLst>
            <pc:docMk/>
            <pc:sldMk cId="116041706" sldId="279"/>
            <ac:picMk id="7" creationId="{00418E77-04EE-8CAA-91C2-AE004EC56F78}"/>
          </ac:picMkLst>
        </pc:picChg>
        <pc:picChg chg="del">
          <ac:chgData name="Ferdinand Yeke" userId="1041fb2b61317a19" providerId="LiveId" clId="{DC6A1C12-4628-43B8-85D9-9295F3F82FD2}" dt="2025-12-09T18:48:27.928" v="10011" actId="478"/>
          <ac:picMkLst>
            <pc:docMk/>
            <pc:sldMk cId="116041706" sldId="279"/>
            <ac:picMk id="9" creationId="{CEC0DDD1-4E79-E5E0-3203-EDEC8A883707}"/>
          </ac:picMkLst>
        </pc:picChg>
      </pc:sldChg>
      <pc:sldChg chg="add del ord">
        <pc:chgData name="Ferdinand Yeke" userId="1041fb2b61317a19" providerId="LiveId" clId="{DC6A1C12-4628-43B8-85D9-9295F3F82FD2}" dt="2025-12-09T18:55:16.431" v="10126" actId="47"/>
        <pc:sldMkLst>
          <pc:docMk/>
          <pc:sldMk cId="2067664418" sldId="280"/>
        </pc:sldMkLst>
      </pc:sldChg>
      <pc:sldChg chg="new del">
        <pc:chgData name="Ferdinand Yeke" userId="1041fb2b61317a19" providerId="LiveId" clId="{DC6A1C12-4628-43B8-85D9-9295F3F82FD2}" dt="2025-12-09T18:55:27.914" v="10129" actId="47"/>
        <pc:sldMkLst>
          <pc:docMk/>
          <pc:sldMk cId="2950257843" sldId="280"/>
        </pc:sldMkLst>
      </pc:sldChg>
      <pc:sldChg chg="add">
        <pc:chgData name="Ferdinand Yeke" userId="1041fb2b61317a19" providerId="LiveId" clId="{DC6A1C12-4628-43B8-85D9-9295F3F82FD2}" dt="2025-12-09T18:55:25.714" v="10128"/>
        <pc:sldMkLst>
          <pc:docMk/>
          <pc:sldMk cId="580944943" sldId="281"/>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7391D-D800-AF4B-9BCC-050FD0BF5526}"/>
              </a:ext>
            </a:extLst>
          </p:cNvPr>
          <p:cNvSpPr>
            <a:spLocks noGrp="1"/>
          </p:cNvSpPr>
          <p:nvPr>
            <p:ph type="ctrTitle" hasCustomPrompt="1"/>
          </p:nvPr>
        </p:nvSpPr>
        <p:spPr>
          <a:xfrm>
            <a:off x="383570" y="1122363"/>
            <a:ext cx="7315199" cy="2387600"/>
          </a:xfrm>
        </p:spPr>
        <p:txBody>
          <a:bodyPr anchor="b"/>
          <a:lstStyle>
            <a:lvl1pPr algn="ctr">
              <a:defRPr sz="4500"/>
            </a:lvl1pPr>
          </a:lstStyle>
          <a:p>
            <a:r>
              <a:rPr lang="en-US" dirty="0"/>
              <a:t>Click to edit </a:t>
            </a:r>
            <a:br>
              <a:rPr lang="en-US" dirty="0"/>
            </a:br>
            <a:r>
              <a:rPr lang="en-US" dirty="0"/>
              <a:t>Master title style</a:t>
            </a:r>
          </a:p>
        </p:txBody>
      </p:sp>
      <p:sp>
        <p:nvSpPr>
          <p:cNvPr id="3" name="Subtitle 2">
            <a:extLst>
              <a:ext uri="{FF2B5EF4-FFF2-40B4-BE49-F238E27FC236}">
                <a16:creationId xmlns:a16="http://schemas.microsoft.com/office/drawing/2014/main" id="{422B2A6F-6709-514E-BFC6-9A4A7329A15A}"/>
              </a:ext>
            </a:extLst>
          </p:cNvPr>
          <p:cNvSpPr>
            <a:spLocks noGrp="1"/>
          </p:cNvSpPr>
          <p:nvPr>
            <p:ph type="subTitle" idx="1"/>
          </p:nvPr>
        </p:nvSpPr>
        <p:spPr>
          <a:xfrm>
            <a:off x="383570" y="3602038"/>
            <a:ext cx="7315199" cy="1655762"/>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Click to edit Master subtitle style</a:t>
            </a:r>
          </a:p>
        </p:txBody>
      </p:sp>
      <p:sp>
        <p:nvSpPr>
          <p:cNvPr id="4" name="Date Placeholder 3">
            <a:extLst>
              <a:ext uri="{FF2B5EF4-FFF2-40B4-BE49-F238E27FC236}">
                <a16:creationId xmlns:a16="http://schemas.microsoft.com/office/drawing/2014/main" id="{8762D3AD-8629-3943-936D-B62EEF2E922D}"/>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5" name="Footer Placeholder 4">
            <a:extLst>
              <a:ext uri="{FF2B5EF4-FFF2-40B4-BE49-F238E27FC236}">
                <a16:creationId xmlns:a16="http://schemas.microsoft.com/office/drawing/2014/main" id="{646F098A-A3EE-384E-8702-C337467654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68BA1B-DDA8-3F42-87AD-7D1A63721A32}"/>
              </a:ext>
            </a:extLst>
          </p:cNvPr>
          <p:cNvSpPr>
            <a:spLocks noGrp="1"/>
          </p:cNvSpPr>
          <p:nvPr>
            <p:ph type="sldNum" sz="quarter" idx="12"/>
          </p:nvPr>
        </p:nvSpPr>
        <p:spPr/>
        <p:txBody>
          <a:bodyPr/>
          <a:lstStyle/>
          <a:p>
            <a:fld id="{09B8F8C4-05A7-DC4E-8BB7-4202EC4ACBF7}" type="slidenum">
              <a:rPr lang="en-US" smtClean="0"/>
              <a:t>‹#›</a:t>
            </a:fld>
            <a:endParaRPr lang="en-US"/>
          </a:p>
        </p:txBody>
      </p:sp>
      <p:pic>
        <p:nvPicPr>
          <p:cNvPr id="8" name="Picture 7" descr="Logo&#10;&#10;Description automatically generated">
            <a:extLst>
              <a:ext uri="{FF2B5EF4-FFF2-40B4-BE49-F238E27FC236}">
                <a16:creationId xmlns:a16="http://schemas.microsoft.com/office/drawing/2014/main" id="{0306E680-6A26-9C48-87BF-4368862B9A1E}"/>
              </a:ext>
            </a:extLst>
          </p:cNvPr>
          <p:cNvPicPr>
            <a:picLocks noChangeAspect="1"/>
          </p:cNvPicPr>
          <p:nvPr userDrawn="1"/>
        </p:nvPicPr>
        <p:blipFill rotWithShape="1">
          <a:blip r:embed="rId2"/>
          <a:srcRect t="7289" r="41429" b="18385"/>
          <a:stretch/>
        </p:blipFill>
        <p:spPr>
          <a:xfrm>
            <a:off x="8272412" y="-1"/>
            <a:ext cx="3919588" cy="6858001"/>
          </a:xfrm>
          <a:prstGeom prst="rect">
            <a:avLst/>
          </a:prstGeom>
        </p:spPr>
      </p:pic>
    </p:spTree>
    <p:extLst>
      <p:ext uri="{BB962C8B-B14F-4D97-AF65-F5344CB8AC3E}">
        <p14:creationId xmlns:p14="http://schemas.microsoft.com/office/powerpoint/2010/main" val="1375553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7391D-D800-AF4B-9BCC-050FD0BF5526}"/>
              </a:ext>
            </a:extLst>
          </p:cNvPr>
          <p:cNvSpPr>
            <a:spLocks noGrp="1"/>
          </p:cNvSpPr>
          <p:nvPr>
            <p:ph type="ctrTitle" hasCustomPrompt="1"/>
          </p:nvPr>
        </p:nvSpPr>
        <p:spPr>
          <a:xfrm>
            <a:off x="383570" y="1122363"/>
            <a:ext cx="7315199" cy="2387600"/>
          </a:xfrm>
        </p:spPr>
        <p:txBody>
          <a:bodyPr anchor="b"/>
          <a:lstStyle>
            <a:lvl1pPr algn="ctr">
              <a:defRPr sz="4500">
                <a:solidFill>
                  <a:schemeClr val="bg1"/>
                </a:solidFill>
              </a:defRPr>
            </a:lvl1pPr>
          </a:lstStyle>
          <a:p>
            <a:r>
              <a:rPr lang="en-US" dirty="0"/>
              <a:t>Click to edit </a:t>
            </a:r>
            <a:br>
              <a:rPr lang="en-US" dirty="0"/>
            </a:br>
            <a:r>
              <a:rPr lang="en-US" dirty="0"/>
              <a:t>Master title style</a:t>
            </a:r>
          </a:p>
        </p:txBody>
      </p:sp>
      <p:sp>
        <p:nvSpPr>
          <p:cNvPr id="3" name="Subtitle 2">
            <a:extLst>
              <a:ext uri="{FF2B5EF4-FFF2-40B4-BE49-F238E27FC236}">
                <a16:creationId xmlns:a16="http://schemas.microsoft.com/office/drawing/2014/main" id="{422B2A6F-6709-514E-BFC6-9A4A7329A15A}"/>
              </a:ext>
            </a:extLst>
          </p:cNvPr>
          <p:cNvSpPr>
            <a:spLocks noGrp="1"/>
          </p:cNvSpPr>
          <p:nvPr>
            <p:ph type="subTitle" idx="1"/>
          </p:nvPr>
        </p:nvSpPr>
        <p:spPr>
          <a:xfrm>
            <a:off x="383570" y="3602038"/>
            <a:ext cx="7315199" cy="1655762"/>
          </a:xfrm>
        </p:spPr>
        <p:txBody>
          <a:bodyPr/>
          <a:lstStyle>
            <a:lvl1pPr marL="0" indent="0" algn="ctr">
              <a:buNone/>
              <a:defRPr sz="1800">
                <a:solidFill>
                  <a:schemeClr val="bg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Click to edit Master subtitle style</a:t>
            </a:r>
          </a:p>
        </p:txBody>
      </p:sp>
      <p:sp>
        <p:nvSpPr>
          <p:cNvPr id="4" name="Date Placeholder 3">
            <a:extLst>
              <a:ext uri="{FF2B5EF4-FFF2-40B4-BE49-F238E27FC236}">
                <a16:creationId xmlns:a16="http://schemas.microsoft.com/office/drawing/2014/main" id="{8762D3AD-8629-3943-936D-B62EEF2E922D}"/>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5" name="Footer Placeholder 4">
            <a:extLst>
              <a:ext uri="{FF2B5EF4-FFF2-40B4-BE49-F238E27FC236}">
                <a16:creationId xmlns:a16="http://schemas.microsoft.com/office/drawing/2014/main" id="{646F098A-A3EE-384E-8702-C337467654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68BA1B-DDA8-3F42-87AD-7D1A63721A32}"/>
              </a:ext>
            </a:extLst>
          </p:cNvPr>
          <p:cNvSpPr>
            <a:spLocks noGrp="1"/>
          </p:cNvSpPr>
          <p:nvPr>
            <p:ph type="sldNum" sz="quarter" idx="12"/>
          </p:nvPr>
        </p:nvSpPr>
        <p:spPr/>
        <p:txBody>
          <a:bodyPr/>
          <a:lstStyle/>
          <a:p>
            <a:fld id="{09B8F8C4-05A7-DC4E-8BB7-4202EC4ACBF7}" type="slidenum">
              <a:rPr lang="en-US" smtClean="0"/>
              <a:t>‹#›</a:t>
            </a:fld>
            <a:endParaRPr lang="en-US"/>
          </a:p>
        </p:txBody>
      </p:sp>
      <p:pic>
        <p:nvPicPr>
          <p:cNvPr id="8" name="Picture 7" descr="Logo&#10;&#10;Description automatically generated">
            <a:extLst>
              <a:ext uri="{FF2B5EF4-FFF2-40B4-BE49-F238E27FC236}">
                <a16:creationId xmlns:a16="http://schemas.microsoft.com/office/drawing/2014/main" id="{6955C273-3410-C447-B8B7-5FDFF0F32A4E}"/>
              </a:ext>
            </a:extLst>
          </p:cNvPr>
          <p:cNvPicPr>
            <a:picLocks noChangeAspect="1"/>
          </p:cNvPicPr>
          <p:nvPr userDrawn="1"/>
        </p:nvPicPr>
        <p:blipFill rotWithShape="1">
          <a:blip r:embed="rId2"/>
          <a:srcRect t="7289" r="41429" b="18385"/>
          <a:stretch/>
        </p:blipFill>
        <p:spPr>
          <a:xfrm>
            <a:off x="8272412" y="-1"/>
            <a:ext cx="3919588" cy="6858001"/>
          </a:xfrm>
          <a:prstGeom prst="rect">
            <a:avLst/>
          </a:prstGeom>
        </p:spPr>
      </p:pic>
    </p:spTree>
    <p:extLst>
      <p:ext uri="{BB962C8B-B14F-4D97-AF65-F5344CB8AC3E}">
        <p14:creationId xmlns:p14="http://schemas.microsoft.com/office/powerpoint/2010/main" val="1208984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E5C75-2456-E24C-A74E-E3F68183E4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05908F-63CC-1B4E-947D-0F73547617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1D3A58-FFD8-4940-A7F0-8B2B57C9A10A}"/>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5" name="Footer Placeholder 4">
            <a:extLst>
              <a:ext uri="{FF2B5EF4-FFF2-40B4-BE49-F238E27FC236}">
                <a16:creationId xmlns:a16="http://schemas.microsoft.com/office/drawing/2014/main" id="{80CE6D3E-6D5E-D349-938B-E0B3301AFF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AB6C36-FD1B-BE4B-974D-B33D0A7B60E7}"/>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1912969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BCD9A-4C4D-C04D-B628-4D6821CF9914}"/>
              </a:ext>
            </a:extLst>
          </p:cNvPr>
          <p:cNvSpPr>
            <a:spLocks noGrp="1"/>
          </p:cNvSpPr>
          <p:nvPr>
            <p:ph type="title" hasCustomPrompt="1"/>
          </p:nvPr>
        </p:nvSpPr>
        <p:spPr>
          <a:xfrm>
            <a:off x="831851" y="1709742"/>
            <a:ext cx="10515600" cy="2852737"/>
          </a:xfrm>
        </p:spPr>
        <p:txBody>
          <a:bodyPr anchor="b"/>
          <a:lstStyle>
            <a:lvl1pPr>
              <a:defRPr sz="4500"/>
            </a:lvl1pPr>
          </a:lstStyle>
          <a:p>
            <a:r>
              <a:rPr lang="en-US" dirty="0"/>
              <a:t>Click to edit </a:t>
            </a:r>
            <a:br>
              <a:rPr lang="en-US" dirty="0"/>
            </a:br>
            <a:r>
              <a:rPr lang="en-US" dirty="0"/>
              <a:t>Master title style</a:t>
            </a:r>
          </a:p>
        </p:txBody>
      </p:sp>
      <p:sp>
        <p:nvSpPr>
          <p:cNvPr id="3" name="Text Placeholder 2">
            <a:extLst>
              <a:ext uri="{FF2B5EF4-FFF2-40B4-BE49-F238E27FC236}">
                <a16:creationId xmlns:a16="http://schemas.microsoft.com/office/drawing/2014/main" id="{9476D619-9256-5342-BA68-AA592831FA03}"/>
              </a:ext>
            </a:extLst>
          </p:cNvPr>
          <p:cNvSpPr>
            <a:spLocks noGrp="1"/>
          </p:cNvSpPr>
          <p:nvPr>
            <p:ph type="body" idx="1"/>
          </p:nvPr>
        </p:nvSpPr>
        <p:spPr>
          <a:xfrm>
            <a:off x="831851" y="4589467"/>
            <a:ext cx="10515600" cy="1500187"/>
          </a:xfrm>
        </p:spPr>
        <p:txBody>
          <a:bodyPr/>
          <a:lstStyle>
            <a:lvl1pPr marL="0" indent="0">
              <a:buNone/>
              <a:defRPr sz="1800">
                <a:solidFill>
                  <a:schemeClr val="tx1">
                    <a:tint val="75000"/>
                  </a:schemeClr>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1652CD-DA0F-E044-884E-A857BA135CD2}"/>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5" name="Footer Placeholder 4">
            <a:extLst>
              <a:ext uri="{FF2B5EF4-FFF2-40B4-BE49-F238E27FC236}">
                <a16:creationId xmlns:a16="http://schemas.microsoft.com/office/drawing/2014/main" id="{AAB41647-D227-6B41-9AD6-182E7AE905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B12F90-7608-D14B-BE6C-B6E7C3BFEC21}"/>
              </a:ext>
            </a:extLst>
          </p:cNvPr>
          <p:cNvSpPr>
            <a:spLocks noGrp="1"/>
          </p:cNvSpPr>
          <p:nvPr>
            <p:ph type="sldNum" sz="quarter" idx="12"/>
          </p:nvPr>
        </p:nvSpPr>
        <p:spPr/>
        <p:txBody>
          <a:bodyPr/>
          <a:lstStyle/>
          <a:p>
            <a:fld id="{09B8F8C4-05A7-DC4E-8BB7-4202EC4ACBF7}" type="slidenum">
              <a:rPr lang="en-US" smtClean="0"/>
              <a:t>‹#›</a:t>
            </a:fld>
            <a:endParaRPr lang="en-US"/>
          </a:p>
        </p:txBody>
      </p:sp>
      <p:pic>
        <p:nvPicPr>
          <p:cNvPr id="8" name="Picture 7" descr="Logo&#10;&#10;Description automatically generated">
            <a:extLst>
              <a:ext uri="{FF2B5EF4-FFF2-40B4-BE49-F238E27FC236}">
                <a16:creationId xmlns:a16="http://schemas.microsoft.com/office/drawing/2014/main" id="{B1F2DD4F-54D8-DF4E-89F0-75242AE735F5}"/>
              </a:ext>
            </a:extLst>
          </p:cNvPr>
          <p:cNvPicPr>
            <a:picLocks noChangeAspect="1"/>
          </p:cNvPicPr>
          <p:nvPr userDrawn="1"/>
        </p:nvPicPr>
        <p:blipFill rotWithShape="1">
          <a:blip r:embed="rId2"/>
          <a:srcRect t="7289" r="41429" b="18385"/>
          <a:stretch/>
        </p:blipFill>
        <p:spPr>
          <a:xfrm>
            <a:off x="8272412" y="-1"/>
            <a:ext cx="3919588" cy="6858001"/>
          </a:xfrm>
          <a:prstGeom prst="rect">
            <a:avLst/>
          </a:prstGeom>
        </p:spPr>
      </p:pic>
    </p:spTree>
    <p:extLst>
      <p:ext uri="{BB962C8B-B14F-4D97-AF65-F5344CB8AC3E}">
        <p14:creationId xmlns:p14="http://schemas.microsoft.com/office/powerpoint/2010/main" val="3795443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955F1-41C9-F741-ABCA-148F72FF7C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58B0D0-CB2A-5B49-AFAE-C401DC85D4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CFA190-6116-CE4E-880A-2A5FD5E9FA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46A325-B878-6048-96EA-AD37D9146E53}"/>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6" name="Footer Placeholder 5">
            <a:extLst>
              <a:ext uri="{FF2B5EF4-FFF2-40B4-BE49-F238E27FC236}">
                <a16:creationId xmlns:a16="http://schemas.microsoft.com/office/drawing/2014/main" id="{78794E63-81BD-D34E-9FB6-590D87A2CB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D2F3FA-6596-F141-A53F-FDEC5D0FDED7}"/>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272087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786C4-8A82-2E47-BA0A-3B4FD275E24A}"/>
              </a:ext>
            </a:extLst>
          </p:cNvPr>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DDAD30-26CB-894D-B249-16631B50FFE3}"/>
              </a:ext>
            </a:extLst>
          </p:cNvPr>
          <p:cNvSpPr>
            <a:spLocks noGrp="1"/>
          </p:cNvSpPr>
          <p:nvPr>
            <p:ph type="body" idx="1"/>
          </p:nvPr>
        </p:nvSpPr>
        <p:spPr>
          <a:xfrm>
            <a:off x="839789" y="1681163"/>
            <a:ext cx="5157787"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54E37DF-FCA3-9345-8F1B-3B2DEECC38B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2A7F32-108C-0147-BF1C-151D185797D4}"/>
              </a:ext>
            </a:extLst>
          </p:cNvPr>
          <p:cNvSpPr>
            <a:spLocks noGrp="1"/>
          </p:cNvSpPr>
          <p:nvPr>
            <p:ph type="body" sz="quarter" idx="3"/>
          </p:nvPr>
        </p:nvSpPr>
        <p:spPr>
          <a:xfrm>
            <a:off x="6172202" y="1681163"/>
            <a:ext cx="5183188"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25A79B9-C154-E741-8BC5-8B95F0D25144}"/>
              </a:ext>
            </a:extLst>
          </p:cNvPr>
          <p:cNvSpPr>
            <a:spLocks noGrp="1"/>
          </p:cNvSpPr>
          <p:nvPr>
            <p:ph sz="quarter" idx="4"/>
          </p:nvPr>
        </p:nvSpPr>
        <p:spPr>
          <a:xfrm>
            <a:off x="6172202"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3A23CC-9985-5B43-B4F5-7A65FBBBB362}"/>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8" name="Footer Placeholder 7">
            <a:extLst>
              <a:ext uri="{FF2B5EF4-FFF2-40B4-BE49-F238E27FC236}">
                <a16:creationId xmlns:a16="http://schemas.microsoft.com/office/drawing/2014/main" id="{85A89551-72F1-6A40-B02D-98C9990F18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3ACEE8-777A-5940-9519-1D826BCADDA9}"/>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2676417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60DEB-C558-DB4D-9DBB-60DA77C03D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DA75B9-E07E-614C-9F6C-7943A325F696}"/>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4" name="Footer Placeholder 3">
            <a:extLst>
              <a:ext uri="{FF2B5EF4-FFF2-40B4-BE49-F238E27FC236}">
                <a16:creationId xmlns:a16="http://schemas.microsoft.com/office/drawing/2014/main" id="{E876482A-9624-104B-AFF8-5DE40120AF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BB9DE2-8332-1E4D-806B-6DDB78385EB5}"/>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1304843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10AD24-3C30-D545-822F-3EF5F7FE4D7C}"/>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3" name="Footer Placeholder 2">
            <a:extLst>
              <a:ext uri="{FF2B5EF4-FFF2-40B4-BE49-F238E27FC236}">
                <a16:creationId xmlns:a16="http://schemas.microsoft.com/office/drawing/2014/main" id="{5F31DBBA-BE87-D441-B84D-D8F2DAF194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82A5FB-A616-8D45-9939-E7B33461593A}"/>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1172119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ADA5-6E94-DB46-948A-CE55B2255B39}"/>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24303E3-1AEE-0E46-A78B-8B0925632D4A}"/>
              </a:ext>
            </a:extLst>
          </p:cNvPr>
          <p:cNvSpPr>
            <a:spLocks noGrp="1"/>
          </p:cNvSpPr>
          <p:nvPr>
            <p:ph idx="1"/>
          </p:nvPr>
        </p:nvSpPr>
        <p:spPr>
          <a:xfrm>
            <a:off x="5183188" y="987429"/>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F0A59D-5684-1941-8033-29499AF5C6B3}"/>
              </a:ext>
            </a:extLst>
          </p:cNvPr>
          <p:cNvSpPr>
            <a:spLocks noGrp="1"/>
          </p:cNvSpPr>
          <p:nvPr>
            <p:ph type="body" sz="half" idx="2"/>
          </p:nvPr>
        </p:nvSpPr>
        <p:spPr>
          <a:xfrm>
            <a:off x="839788" y="2057400"/>
            <a:ext cx="3932237"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CF289D9-B751-654C-8849-B701A522D780}"/>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6" name="Footer Placeholder 5">
            <a:extLst>
              <a:ext uri="{FF2B5EF4-FFF2-40B4-BE49-F238E27FC236}">
                <a16:creationId xmlns:a16="http://schemas.microsoft.com/office/drawing/2014/main" id="{F38A2888-A517-7A40-9678-F86659CA1C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386589-428D-8542-B91B-AA693B17C443}"/>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2343707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3A8F6-F979-A948-9E97-51A38426511E}"/>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DC9482-4942-9A42-9B6B-9A6D0C3F57D2}"/>
              </a:ext>
            </a:extLst>
          </p:cNvPr>
          <p:cNvSpPr>
            <a:spLocks noGrp="1"/>
          </p:cNvSpPr>
          <p:nvPr>
            <p:ph type="pic" idx="1"/>
          </p:nvPr>
        </p:nvSpPr>
        <p:spPr>
          <a:xfrm>
            <a:off x="5183188" y="987429"/>
            <a:ext cx="6172200" cy="4873625"/>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lang="en-US"/>
          </a:p>
        </p:txBody>
      </p:sp>
      <p:sp>
        <p:nvSpPr>
          <p:cNvPr id="4" name="Text Placeholder 3">
            <a:extLst>
              <a:ext uri="{FF2B5EF4-FFF2-40B4-BE49-F238E27FC236}">
                <a16:creationId xmlns:a16="http://schemas.microsoft.com/office/drawing/2014/main" id="{B1ABD93E-E334-794F-AAA4-ED2738BD9FF2}"/>
              </a:ext>
            </a:extLst>
          </p:cNvPr>
          <p:cNvSpPr>
            <a:spLocks noGrp="1"/>
          </p:cNvSpPr>
          <p:nvPr>
            <p:ph type="body" sz="half" idx="2"/>
          </p:nvPr>
        </p:nvSpPr>
        <p:spPr>
          <a:xfrm>
            <a:off x="839788" y="2057400"/>
            <a:ext cx="3932237"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FF2F737-FC71-3D41-A122-65FFC918677F}"/>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6" name="Footer Placeholder 5">
            <a:extLst>
              <a:ext uri="{FF2B5EF4-FFF2-40B4-BE49-F238E27FC236}">
                <a16:creationId xmlns:a16="http://schemas.microsoft.com/office/drawing/2014/main" id="{59A97691-9973-4B46-AE83-6A5F333C7F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899189-E24D-B94A-A884-A8AF80D2CBC1}"/>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3277248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739EF-4096-1A49-9AD4-0655F121AD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E2AF70-1E65-534B-9153-913A0A9E45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CECE82-C65F-6B43-ABA4-3EB664450EAF}"/>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5" name="Footer Placeholder 4">
            <a:extLst>
              <a:ext uri="{FF2B5EF4-FFF2-40B4-BE49-F238E27FC236}">
                <a16:creationId xmlns:a16="http://schemas.microsoft.com/office/drawing/2014/main" id="{74C09C77-D8D0-FB43-910C-1F49030654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FDC7-F78C-EE40-982D-9189AE7D300F}"/>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4611022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CDA1A7-5913-1444-B7D0-0B55BA2D780D}"/>
              </a:ext>
            </a:extLst>
          </p:cNvPr>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705413-85D9-A548-83D7-268A900CCCD2}"/>
              </a:ext>
            </a:extLst>
          </p:cNvPr>
          <p:cNvSpPr>
            <a:spLocks noGrp="1"/>
          </p:cNvSpPr>
          <p:nvPr>
            <p:ph type="body" orient="vert" idx="1"/>
          </p:nvPr>
        </p:nvSpPr>
        <p:spPr>
          <a:xfrm>
            <a:off x="838202"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3033B9-EFDB-514F-8EDA-0D81C8C4597F}"/>
              </a:ext>
            </a:extLst>
          </p:cNvPr>
          <p:cNvSpPr>
            <a:spLocks noGrp="1"/>
          </p:cNvSpPr>
          <p:nvPr>
            <p:ph type="dt" sz="half" idx="10"/>
          </p:nvPr>
        </p:nvSpPr>
        <p:spPr/>
        <p:txBody>
          <a:bodyPr/>
          <a:lstStyle/>
          <a:p>
            <a:fld id="{C171DC17-4A50-5F49-AEC7-C955C81B92E5}" type="datetimeFigureOut">
              <a:rPr lang="en-US" smtClean="0"/>
              <a:t>12/9/2025</a:t>
            </a:fld>
            <a:endParaRPr lang="en-US"/>
          </a:p>
        </p:txBody>
      </p:sp>
      <p:sp>
        <p:nvSpPr>
          <p:cNvPr id="5" name="Footer Placeholder 4">
            <a:extLst>
              <a:ext uri="{FF2B5EF4-FFF2-40B4-BE49-F238E27FC236}">
                <a16:creationId xmlns:a16="http://schemas.microsoft.com/office/drawing/2014/main" id="{A34CC90F-E680-5346-AB4F-974271576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3E2FA6-882C-6645-8A51-A07C0F719F5F}"/>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2176542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69A89C3-E6FA-684D-8BAE-1760B34F554E}"/>
              </a:ext>
            </a:extLst>
          </p:cNvPr>
          <p:cNvSpPr/>
          <p:nvPr userDrawn="1"/>
        </p:nvSpPr>
        <p:spPr>
          <a:xfrm>
            <a:off x="0" y="6356350"/>
            <a:ext cx="12192000" cy="501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Placeholder 1">
            <a:extLst>
              <a:ext uri="{FF2B5EF4-FFF2-40B4-BE49-F238E27FC236}">
                <a16:creationId xmlns:a16="http://schemas.microsoft.com/office/drawing/2014/main" id="{8871C330-0F02-8249-82EC-9F3A278C0AB8}"/>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653E27E-2040-824D-B637-1C07F3E062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8FD629B-BAF4-A343-8BF1-1572AB380340}"/>
              </a:ext>
            </a:extLst>
          </p:cNvPr>
          <p:cNvSpPr>
            <a:spLocks noGrp="1"/>
          </p:cNvSpPr>
          <p:nvPr>
            <p:ph type="dt" sz="half" idx="2"/>
          </p:nvPr>
        </p:nvSpPr>
        <p:spPr>
          <a:xfrm>
            <a:off x="838200" y="6428272"/>
            <a:ext cx="2743200" cy="365125"/>
          </a:xfrm>
          <a:prstGeom prst="rect">
            <a:avLst/>
          </a:prstGeom>
        </p:spPr>
        <p:txBody>
          <a:bodyPr vert="horz" lIns="91440" tIns="45720" rIns="91440" bIns="45720" rtlCol="0" anchor="ctr"/>
          <a:lstStyle>
            <a:lvl1pPr algn="l">
              <a:defRPr sz="900">
                <a:solidFill>
                  <a:schemeClr val="bg1"/>
                </a:solidFill>
              </a:defRPr>
            </a:lvl1pPr>
          </a:lstStyle>
          <a:p>
            <a:fld id="{C171DC17-4A50-5F49-AEC7-C955C81B92E5}" type="datetimeFigureOut">
              <a:rPr lang="en-US" smtClean="0"/>
              <a:pPr/>
              <a:t>12/9/2025</a:t>
            </a:fld>
            <a:endParaRPr lang="en-US" dirty="0"/>
          </a:p>
        </p:txBody>
      </p:sp>
      <p:sp>
        <p:nvSpPr>
          <p:cNvPr id="5" name="Footer Placeholder 4">
            <a:extLst>
              <a:ext uri="{FF2B5EF4-FFF2-40B4-BE49-F238E27FC236}">
                <a16:creationId xmlns:a16="http://schemas.microsoft.com/office/drawing/2014/main" id="{1861F82B-A72E-B848-BB19-0207CDE46B40}"/>
              </a:ext>
            </a:extLst>
          </p:cNvPr>
          <p:cNvSpPr>
            <a:spLocks noGrp="1"/>
          </p:cNvSpPr>
          <p:nvPr>
            <p:ph type="ftr" sz="quarter" idx="3"/>
          </p:nvPr>
        </p:nvSpPr>
        <p:spPr>
          <a:xfrm>
            <a:off x="4038600" y="6428272"/>
            <a:ext cx="4114800" cy="365125"/>
          </a:xfrm>
          <a:prstGeom prst="rect">
            <a:avLst/>
          </a:prstGeom>
        </p:spPr>
        <p:txBody>
          <a:bodyPr vert="horz" lIns="91440" tIns="45720" rIns="91440" bIns="45720" rtlCol="0" anchor="ctr"/>
          <a:lstStyle>
            <a:lvl1pPr algn="ctr">
              <a:defRPr sz="9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B1620FE-B066-7C49-9BDF-AF56CC193DE1}"/>
              </a:ext>
            </a:extLst>
          </p:cNvPr>
          <p:cNvSpPr>
            <a:spLocks noGrp="1"/>
          </p:cNvSpPr>
          <p:nvPr>
            <p:ph type="sldNum" sz="quarter" idx="4"/>
          </p:nvPr>
        </p:nvSpPr>
        <p:spPr>
          <a:xfrm>
            <a:off x="8610600" y="6428272"/>
            <a:ext cx="2743200" cy="365125"/>
          </a:xfrm>
          <a:prstGeom prst="rect">
            <a:avLst/>
          </a:prstGeom>
        </p:spPr>
        <p:txBody>
          <a:bodyPr vert="horz" lIns="91440" tIns="45720" rIns="91440" bIns="45720" rtlCol="0" anchor="ctr"/>
          <a:lstStyle>
            <a:lvl1pPr algn="r">
              <a:defRPr sz="900">
                <a:solidFill>
                  <a:schemeClr val="bg1"/>
                </a:solidFill>
              </a:defRPr>
            </a:lvl1pPr>
          </a:lstStyle>
          <a:p>
            <a:fld id="{09B8F8C4-05A7-DC4E-8BB7-4202EC4ACBF7}" type="slidenum">
              <a:rPr lang="en-US" smtClean="0"/>
              <a:pPr/>
              <a:t>‹#›</a:t>
            </a:fld>
            <a:endParaRPr lang="en-US"/>
          </a:p>
        </p:txBody>
      </p:sp>
      <p:pic>
        <p:nvPicPr>
          <p:cNvPr id="10" name="Picture 9" descr="Logo&#10;&#10;Description automatically generated">
            <a:extLst>
              <a:ext uri="{FF2B5EF4-FFF2-40B4-BE49-F238E27FC236}">
                <a16:creationId xmlns:a16="http://schemas.microsoft.com/office/drawing/2014/main" id="{A6F54A4B-B617-B54F-B600-5EFC28C265A6}"/>
              </a:ext>
            </a:extLst>
          </p:cNvPr>
          <p:cNvPicPr>
            <a:picLocks noChangeAspect="1"/>
          </p:cNvPicPr>
          <p:nvPr userDrawn="1"/>
        </p:nvPicPr>
        <p:blipFill>
          <a:blip r:embed="rId14"/>
          <a:stretch>
            <a:fillRect/>
          </a:stretch>
        </p:blipFill>
        <p:spPr>
          <a:xfrm>
            <a:off x="11056147" y="185741"/>
            <a:ext cx="961397" cy="1325563"/>
          </a:xfrm>
          <a:prstGeom prst="rect">
            <a:avLst/>
          </a:prstGeom>
        </p:spPr>
      </p:pic>
    </p:spTree>
    <p:extLst>
      <p:ext uri="{BB962C8B-B14F-4D97-AF65-F5344CB8AC3E}">
        <p14:creationId xmlns:p14="http://schemas.microsoft.com/office/powerpoint/2010/main" val="379387735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685783" rtl="0" eaLnBrk="1" latinLnBrk="0" hangingPunct="1">
        <a:lnSpc>
          <a:spcPct val="90000"/>
        </a:lnSpc>
        <a:spcBef>
          <a:spcPct val="0"/>
        </a:spcBef>
        <a:buNone/>
        <a:defRPr sz="3300" kern="1200">
          <a:solidFill>
            <a:schemeClr val="accent1"/>
          </a:solidFill>
          <a:latin typeface="+mj-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www.cdc.gov/" TargetMode="External"/><Relationship Id="rId2" Type="http://schemas.openxmlformats.org/officeDocument/2006/relationships/hyperlink" Target="https://www.kaggle.com/datasets/kamilpytlak/personal-key-indicators-of-heart-disease" TargetMode="External"/><Relationship Id="rId1" Type="http://schemas.openxmlformats.org/officeDocument/2006/relationships/slideLayout" Target="../slideLayouts/slideLayout1.xml"/><Relationship Id="rId4" Type="http://schemas.openxmlformats.org/officeDocument/2006/relationships/hyperlink" Target="https://www.mayoclinic.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30DA4-D291-4B42-B1AF-848E941EB3BD}"/>
              </a:ext>
            </a:extLst>
          </p:cNvPr>
          <p:cNvSpPr>
            <a:spLocks noGrp="1"/>
          </p:cNvSpPr>
          <p:nvPr>
            <p:ph type="ctrTitle"/>
          </p:nvPr>
        </p:nvSpPr>
        <p:spPr/>
        <p:txBody>
          <a:bodyPr>
            <a:normAutofit fontScale="90000"/>
          </a:bodyPr>
          <a:lstStyle/>
          <a:p>
            <a:r>
              <a:rPr lang="en-US" dirty="0"/>
              <a:t>Heart Disease Indicator Using Logistic Regression (DS-160 Final Project Presentation)</a:t>
            </a:r>
          </a:p>
        </p:txBody>
      </p:sp>
      <p:sp>
        <p:nvSpPr>
          <p:cNvPr id="3" name="Subtitle 2">
            <a:extLst>
              <a:ext uri="{FF2B5EF4-FFF2-40B4-BE49-F238E27FC236}">
                <a16:creationId xmlns:a16="http://schemas.microsoft.com/office/drawing/2014/main" id="{8997951D-6AED-F64B-AB8D-89218E91D0A2}"/>
              </a:ext>
            </a:extLst>
          </p:cNvPr>
          <p:cNvSpPr>
            <a:spLocks noGrp="1"/>
          </p:cNvSpPr>
          <p:nvPr>
            <p:ph type="subTitle" idx="1"/>
          </p:nvPr>
        </p:nvSpPr>
        <p:spPr/>
        <p:txBody>
          <a:bodyPr/>
          <a:lstStyle/>
          <a:p>
            <a:r>
              <a:rPr lang="en-US" dirty="0"/>
              <a:t>By: Ferdinand Yeke</a:t>
            </a:r>
          </a:p>
          <a:p>
            <a:r>
              <a:rPr lang="en-US" dirty="0"/>
              <a:t>DS-160-01 Intro Into Data Science</a:t>
            </a:r>
          </a:p>
          <a:p>
            <a:r>
              <a:rPr lang="en-US" dirty="0"/>
              <a:t>12/9/2025</a:t>
            </a:r>
          </a:p>
        </p:txBody>
      </p:sp>
    </p:spTree>
    <p:extLst>
      <p:ext uri="{BB962C8B-B14F-4D97-AF65-F5344CB8AC3E}">
        <p14:creationId xmlns:p14="http://schemas.microsoft.com/office/powerpoint/2010/main" val="1272097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0367E-DF85-5B48-ABDA-7F8FDCCF8A33}"/>
              </a:ext>
            </a:extLst>
          </p:cNvPr>
          <p:cNvSpPr>
            <a:spLocks noGrp="1"/>
          </p:cNvSpPr>
          <p:nvPr>
            <p:ph type="title"/>
          </p:nvPr>
        </p:nvSpPr>
        <p:spPr/>
        <p:txBody>
          <a:bodyPr/>
          <a:lstStyle/>
          <a:p>
            <a:r>
              <a:rPr lang="en-US" dirty="0"/>
              <a:t>Dataset Summary</a:t>
            </a:r>
          </a:p>
        </p:txBody>
      </p:sp>
      <p:sp>
        <p:nvSpPr>
          <p:cNvPr id="3" name="Content Placeholder 2">
            <a:extLst>
              <a:ext uri="{FF2B5EF4-FFF2-40B4-BE49-F238E27FC236}">
                <a16:creationId xmlns:a16="http://schemas.microsoft.com/office/drawing/2014/main" id="{A91241B7-01DA-6A42-8344-CD74340996FE}"/>
              </a:ext>
            </a:extLst>
          </p:cNvPr>
          <p:cNvSpPr>
            <a:spLocks noGrp="1"/>
          </p:cNvSpPr>
          <p:nvPr>
            <p:ph idx="1"/>
          </p:nvPr>
        </p:nvSpPr>
        <p:spPr/>
        <p:txBody>
          <a:bodyPr/>
          <a:lstStyle/>
          <a:p>
            <a:r>
              <a:rPr lang="en-US" dirty="0"/>
              <a:t>This a </a:t>
            </a:r>
            <a:r>
              <a:rPr lang="en-US" b="1" dirty="0"/>
              <a:t>2020-2022</a:t>
            </a:r>
            <a:r>
              <a:rPr lang="en-US" dirty="0"/>
              <a:t> </a:t>
            </a:r>
            <a:r>
              <a:rPr lang="en-US" b="1" dirty="0"/>
              <a:t>dataset</a:t>
            </a:r>
            <a:r>
              <a:rPr lang="en-US" dirty="0"/>
              <a:t> that </a:t>
            </a:r>
            <a:r>
              <a:rPr lang="en-US" b="1" dirty="0"/>
              <a:t>gathers</a:t>
            </a:r>
            <a:r>
              <a:rPr lang="en-US" dirty="0"/>
              <a:t> </a:t>
            </a:r>
            <a:r>
              <a:rPr lang="en-US" b="1" dirty="0"/>
              <a:t>information</a:t>
            </a:r>
            <a:r>
              <a:rPr lang="en-US" dirty="0"/>
              <a:t> of the </a:t>
            </a:r>
            <a:r>
              <a:rPr lang="en-US" b="1" dirty="0"/>
              <a:t>respondent’s</a:t>
            </a:r>
            <a:r>
              <a:rPr lang="en-US" dirty="0"/>
              <a:t> </a:t>
            </a:r>
            <a:r>
              <a:rPr lang="en-US" b="1" dirty="0"/>
              <a:t>health</a:t>
            </a:r>
            <a:r>
              <a:rPr lang="en-US" dirty="0"/>
              <a:t> </a:t>
            </a:r>
            <a:r>
              <a:rPr lang="en-US" b="1" dirty="0"/>
              <a:t>conditions</a:t>
            </a:r>
            <a:r>
              <a:rPr lang="en-US" dirty="0"/>
              <a:t>, </a:t>
            </a:r>
            <a:r>
              <a:rPr lang="en-US" b="1" dirty="0"/>
              <a:t>history</a:t>
            </a:r>
            <a:r>
              <a:rPr lang="en-US" dirty="0"/>
              <a:t>, and </a:t>
            </a:r>
            <a:r>
              <a:rPr lang="en-US" b="1" dirty="0"/>
              <a:t>symptoms</a:t>
            </a:r>
            <a:r>
              <a:rPr lang="en-US" dirty="0"/>
              <a:t>. </a:t>
            </a:r>
          </a:p>
          <a:p>
            <a:r>
              <a:rPr lang="en-US" dirty="0"/>
              <a:t>This dataset also </a:t>
            </a:r>
            <a:r>
              <a:rPr lang="en-US" b="1" dirty="0"/>
              <a:t>came</a:t>
            </a:r>
            <a:r>
              <a:rPr lang="en-US" dirty="0"/>
              <a:t> </a:t>
            </a:r>
            <a:r>
              <a:rPr lang="en-US" b="1" dirty="0"/>
              <a:t>from</a:t>
            </a:r>
            <a:r>
              <a:rPr lang="en-US" dirty="0"/>
              <a:t> a </a:t>
            </a:r>
            <a:r>
              <a:rPr lang="en-US" b="1" dirty="0"/>
              <a:t>CDC</a:t>
            </a:r>
            <a:r>
              <a:rPr lang="en-US" dirty="0"/>
              <a:t> (Centers for Disease Control and Prevention) annual </a:t>
            </a:r>
            <a:r>
              <a:rPr lang="en-US" b="1" dirty="0"/>
              <a:t>telephone</a:t>
            </a:r>
            <a:r>
              <a:rPr lang="en-US" dirty="0"/>
              <a:t> </a:t>
            </a:r>
            <a:r>
              <a:rPr lang="en-US" b="1" dirty="0"/>
              <a:t>survey</a:t>
            </a:r>
            <a:r>
              <a:rPr lang="en-US" dirty="0"/>
              <a:t>. This survey </a:t>
            </a:r>
            <a:r>
              <a:rPr lang="en-US" b="1" dirty="0"/>
              <a:t>took place in the United States of America from 2020 to 2022 in all 50 states.</a:t>
            </a:r>
          </a:p>
          <a:p>
            <a:r>
              <a:rPr lang="en-US" dirty="0"/>
              <a:t>In this Dataset there are </a:t>
            </a:r>
            <a:r>
              <a:rPr lang="en-US" b="1" dirty="0"/>
              <a:t>246,022 </a:t>
            </a:r>
            <a:r>
              <a:rPr lang="en-US" dirty="0"/>
              <a:t>adults surveyed (or 246,022 rows) with </a:t>
            </a:r>
            <a:r>
              <a:rPr lang="en-US" b="1" dirty="0"/>
              <a:t>40</a:t>
            </a:r>
            <a:r>
              <a:rPr lang="en-US" dirty="0"/>
              <a:t> </a:t>
            </a:r>
            <a:r>
              <a:rPr lang="en-US" b="1" dirty="0"/>
              <a:t>questions</a:t>
            </a:r>
            <a:r>
              <a:rPr lang="en-US" dirty="0"/>
              <a:t> (columns) regarding their health.</a:t>
            </a:r>
            <a:endParaRPr lang="en-US" b="1" dirty="0"/>
          </a:p>
          <a:p>
            <a:r>
              <a:rPr lang="en-US" dirty="0"/>
              <a:t>These </a:t>
            </a:r>
            <a:r>
              <a:rPr lang="en-US" b="1" dirty="0"/>
              <a:t>columns</a:t>
            </a:r>
            <a:r>
              <a:rPr lang="en-US" dirty="0"/>
              <a:t> to name some of them are about their </a:t>
            </a:r>
            <a:r>
              <a:rPr lang="en-US" b="1" dirty="0"/>
              <a:t>General</a:t>
            </a:r>
            <a:r>
              <a:rPr lang="en-US" dirty="0"/>
              <a:t> </a:t>
            </a:r>
            <a:r>
              <a:rPr lang="en-US" b="1" dirty="0"/>
              <a:t>health</a:t>
            </a:r>
            <a:r>
              <a:rPr lang="en-US" dirty="0"/>
              <a:t>, </a:t>
            </a:r>
            <a:r>
              <a:rPr lang="en-US" b="1" dirty="0"/>
              <a:t>Physical</a:t>
            </a:r>
            <a:r>
              <a:rPr lang="en-US" dirty="0"/>
              <a:t> </a:t>
            </a:r>
            <a:r>
              <a:rPr lang="en-US" b="1" dirty="0"/>
              <a:t>Health</a:t>
            </a:r>
            <a:r>
              <a:rPr lang="en-US" dirty="0"/>
              <a:t> </a:t>
            </a:r>
            <a:r>
              <a:rPr lang="en-US" b="1" dirty="0"/>
              <a:t>days</a:t>
            </a:r>
            <a:r>
              <a:rPr lang="en-US" dirty="0"/>
              <a:t> (days where they don’t feel good), </a:t>
            </a:r>
            <a:r>
              <a:rPr lang="en-US" b="1" dirty="0"/>
              <a:t>Mental</a:t>
            </a:r>
            <a:r>
              <a:rPr lang="en-US" dirty="0"/>
              <a:t> </a:t>
            </a:r>
            <a:r>
              <a:rPr lang="en-US" b="1" dirty="0"/>
              <a:t>Health</a:t>
            </a:r>
            <a:r>
              <a:rPr lang="en-US" dirty="0"/>
              <a:t> </a:t>
            </a:r>
            <a:r>
              <a:rPr lang="en-US" b="1" dirty="0"/>
              <a:t>Days</a:t>
            </a:r>
            <a:r>
              <a:rPr lang="en-US" dirty="0"/>
              <a:t> (days where they don’t mentally feel well), </a:t>
            </a:r>
            <a:r>
              <a:rPr lang="en-US" b="1" dirty="0"/>
              <a:t>Sleep</a:t>
            </a:r>
            <a:r>
              <a:rPr lang="en-US" dirty="0"/>
              <a:t> </a:t>
            </a:r>
            <a:r>
              <a:rPr lang="en-US" b="1" dirty="0"/>
              <a:t>Hours</a:t>
            </a:r>
            <a:r>
              <a:rPr lang="en-US" dirty="0"/>
              <a:t>, </a:t>
            </a:r>
            <a:r>
              <a:rPr lang="en-US" b="1" dirty="0"/>
              <a:t>Smoker</a:t>
            </a:r>
            <a:r>
              <a:rPr lang="en-US" dirty="0"/>
              <a:t> </a:t>
            </a:r>
            <a:r>
              <a:rPr lang="en-US" b="1" dirty="0"/>
              <a:t>Status</a:t>
            </a:r>
            <a:r>
              <a:rPr lang="en-US" dirty="0"/>
              <a:t>, </a:t>
            </a:r>
            <a:r>
              <a:rPr lang="en-US" b="1" dirty="0"/>
              <a:t>Alcohol</a:t>
            </a:r>
            <a:r>
              <a:rPr lang="en-US" dirty="0"/>
              <a:t> </a:t>
            </a:r>
            <a:r>
              <a:rPr lang="en-US" b="1" dirty="0"/>
              <a:t>Status</a:t>
            </a:r>
            <a:r>
              <a:rPr lang="en-US" dirty="0"/>
              <a:t>, Having a </a:t>
            </a:r>
            <a:r>
              <a:rPr lang="en-US" b="1" dirty="0"/>
              <a:t>Heart</a:t>
            </a:r>
            <a:r>
              <a:rPr lang="en-US" dirty="0"/>
              <a:t> </a:t>
            </a:r>
            <a:r>
              <a:rPr lang="en-US" b="1" dirty="0"/>
              <a:t>Attack</a:t>
            </a:r>
            <a:r>
              <a:rPr lang="en-US" dirty="0"/>
              <a:t>, and more.</a:t>
            </a:r>
          </a:p>
        </p:txBody>
      </p:sp>
    </p:spTree>
    <p:extLst>
      <p:ext uri="{BB962C8B-B14F-4D97-AF65-F5344CB8AC3E}">
        <p14:creationId xmlns:p14="http://schemas.microsoft.com/office/powerpoint/2010/main" val="2242126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33F1F-C7DE-5361-3895-DAB4724C1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C05D4-17FE-5026-A7FC-8B97B1897F1E}"/>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BA8F0CAE-0527-09A7-3B98-273599E794E2}"/>
              </a:ext>
            </a:extLst>
          </p:cNvPr>
          <p:cNvSpPr>
            <a:spLocks noGrp="1"/>
          </p:cNvSpPr>
          <p:nvPr>
            <p:ph idx="1"/>
          </p:nvPr>
        </p:nvSpPr>
        <p:spPr/>
        <p:txBody>
          <a:bodyPr/>
          <a:lstStyle/>
          <a:p>
            <a:r>
              <a:rPr lang="en-US" b="1" i="1" dirty="0"/>
              <a:t>“Can my model predict the potential of heart disease based on HadHartAttack and other important variables like GeneralHealth?”</a:t>
            </a:r>
          </a:p>
          <a:p>
            <a:r>
              <a:rPr lang="en-US" b="1" i="1" dirty="0"/>
              <a:t>“Can my model accurately classify the potential of heart disease based on numerical and categorical columns like SmokerStatus, BMI, SleepHours, and the like?”</a:t>
            </a:r>
          </a:p>
          <a:p>
            <a:r>
              <a:rPr lang="en-US" dirty="0"/>
              <a:t>Classification problems like these are meaningful since it can assist doctors and medical professionals on various factors on what can have an</a:t>
            </a:r>
            <a:r>
              <a:rPr lang="en-US" b="1" dirty="0"/>
              <a:t> individual </a:t>
            </a:r>
            <a:r>
              <a:rPr lang="en-US" dirty="0"/>
              <a:t>being suspectable to heart disease or not, while also doing predictions as well.</a:t>
            </a:r>
          </a:p>
        </p:txBody>
      </p:sp>
    </p:spTree>
    <p:extLst>
      <p:ext uri="{BB962C8B-B14F-4D97-AF65-F5344CB8AC3E}">
        <p14:creationId xmlns:p14="http://schemas.microsoft.com/office/powerpoint/2010/main" val="145792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659D-19FC-4BBB-AE5E-C6E0CAD60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A8C94-C424-8369-18C4-4FABA205943A}"/>
              </a:ext>
            </a:extLst>
          </p:cNvPr>
          <p:cNvSpPr>
            <a:spLocks noGrp="1"/>
          </p:cNvSpPr>
          <p:nvPr>
            <p:ph type="title"/>
          </p:nvPr>
        </p:nvSpPr>
        <p:spPr/>
        <p:txBody>
          <a:bodyPr/>
          <a:lstStyle/>
          <a:p>
            <a:r>
              <a:rPr lang="en-US" dirty="0"/>
              <a:t>Python EDA (basic overview)</a:t>
            </a:r>
          </a:p>
        </p:txBody>
      </p:sp>
      <p:sp>
        <p:nvSpPr>
          <p:cNvPr id="3" name="Content Placeholder 2">
            <a:extLst>
              <a:ext uri="{FF2B5EF4-FFF2-40B4-BE49-F238E27FC236}">
                <a16:creationId xmlns:a16="http://schemas.microsoft.com/office/drawing/2014/main" id="{D01279BB-A014-F47C-AB3C-8A9C64AE8CE7}"/>
              </a:ext>
            </a:extLst>
          </p:cNvPr>
          <p:cNvSpPr>
            <a:spLocks noGrp="1"/>
          </p:cNvSpPr>
          <p:nvPr>
            <p:ph idx="1"/>
          </p:nvPr>
        </p:nvSpPr>
        <p:spPr/>
        <p:txBody>
          <a:bodyPr/>
          <a:lstStyle/>
          <a:p>
            <a:r>
              <a:rPr lang="en-US" dirty="0"/>
              <a:t>First things first, I had to implement the data in Python with </a:t>
            </a:r>
            <a:r>
              <a:rPr lang="en-US" dirty="0" err="1"/>
              <a:t>Jupyter</a:t>
            </a:r>
            <a:r>
              <a:rPr lang="en-US" dirty="0"/>
              <a:t> Notebook.</a:t>
            </a:r>
          </a:p>
          <a:p>
            <a:pPr marL="0" indent="0">
              <a:buNone/>
            </a:pPr>
            <a:endParaRPr lang="en-US" dirty="0"/>
          </a:p>
        </p:txBody>
      </p:sp>
      <p:pic>
        <p:nvPicPr>
          <p:cNvPr id="5" name="Picture 4" descr="A screenshot of a computer&#10;&#10;AI-generated content may be incorrect.">
            <a:extLst>
              <a:ext uri="{FF2B5EF4-FFF2-40B4-BE49-F238E27FC236}">
                <a16:creationId xmlns:a16="http://schemas.microsoft.com/office/drawing/2014/main" id="{13A5D72A-6965-523D-E035-EE9E02162727}"/>
              </a:ext>
            </a:extLst>
          </p:cNvPr>
          <p:cNvPicPr>
            <a:picLocks noChangeAspect="1"/>
          </p:cNvPicPr>
          <p:nvPr/>
        </p:nvPicPr>
        <p:blipFill>
          <a:blip r:embed="rId2"/>
          <a:stretch>
            <a:fillRect/>
          </a:stretch>
        </p:blipFill>
        <p:spPr>
          <a:xfrm>
            <a:off x="1112851" y="2222714"/>
            <a:ext cx="8421275" cy="3200847"/>
          </a:xfrm>
          <a:prstGeom prst="rect">
            <a:avLst/>
          </a:prstGeom>
        </p:spPr>
      </p:pic>
    </p:spTree>
    <p:extLst>
      <p:ext uri="{BB962C8B-B14F-4D97-AF65-F5344CB8AC3E}">
        <p14:creationId xmlns:p14="http://schemas.microsoft.com/office/powerpoint/2010/main" val="1261253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5CF50-CACE-4812-8624-42DC5823A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672A0-8349-F43C-89AC-1C6EC73101C5}"/>
              </a:ext>
            </a:extLst>
          </p:cNvPr>
          <p:cNvSpPr>
            <a:spLocks noGrp="1"/>
          </p:cNvSpPr>
          <p:nvPr>
            <p:ph type="title"/>
          </p:nvPr>
        </p:nvSpPr>
        <p:spPr/>
        <p:txBody>
          <a:bodyPr/>
          <a:lstStyle/>
          <a:p>
            <a:r>
              <a:rPr lang="en-US" dirty="0"/>
              <a:t>Python EDA (basic overview)</a:t>
            </a:r>
          </a:p>
        </p:txBody>
      </p:sp>
      <p:sp>
        <p:nvSpPr>
          <p:cNvPr id="3" name="Content Placeholder 2">
            <a:extLst>
              <a:ext uri="{FF2B5EF4-FFF2-40B4-BE49-F238E27FC236}">
                <a16:creationId xmlns:a16="http://schemas.microsoft.com/office/drawing/2014/main" id="{236E43FB-1928-A5CF-5A2F-2FA6E96A1151}"/>
              </a:ext>
            </a:extLst>
          </p:cNvPr>
          <p:cNvSpPr>
            <a:spLocks noGrp="1"/>
          </p:cNvSpPr>
          <p:nvPr>
            <p:ph idx="1"/>
          </p:nvPr>
        </p:nvSpPr>
        <p:spPr/>
        <p:txBody>
          <a:bodyPr/>
          <a:lstStyle/>
          <a:p>
            <a:r>
              <a:rPr lang="en-US" dirty="0"/>
              <a:t>When loading the dataset and seeing the output, the data looks clean. I also did not need to rename ANY of the columns since the columns name looks appropriate enough.</a:t>
            </a:r>
          </a:p>
          <a:p>
            <a:pPr marL="0" indent="0">
              <a:buNone/>
            </a:pPr>
            <a:endParaRPr lang="en-US" dirty="0"/>
          </a:p>
        </p:txBody>
      </p:sp>
      <p:pic>
        <p:nvPicPr>
          <p:cNvPr id="5" name="Picture 4" descr="A screenshot of a computer&#10;&#10;AI-generated content may be incorrect.">
            <a:extLst>
              <a:ext uri="{FF2B5EF4-FFF2-40B4-BE49-F238E27FC236}">
                <a16:creationId xmlns:a16="http://schemas.microsoft.com/office/drawing/2014/main" id="{96233DBE-9577-73EB-986B-919784A09EA4}"/>
              </a:ext>
            </a:extLst>
          </p:cNvPr>
          <p:cNvPicPr>
            <a:picLocks noChangeAspect="1"/>
          </p:cNvPicPr>
          <p:nvPr/>
        </p:nvPicPr>
        <p:blipFill>
          <a:blip r:embed="rId2"/>
          <a:stretch>
            <a:fillRect/>
          </a:stretch>
        </p:blipFill>
        <p:spPr>
          <a:xfrm>
            <a:off x="927966" y="2846182"/>
            <a:ext cx="10336067" cy="2943636"/>
          </a:xfrm>
          <a:prstGeom prst="rect">
            <a:avLst/>
          </a:prstGeom>
        </p:spPr>
      </p:pic>
    </p:spTree>
    <p:extLst>
      <p:ext uri="{BB962C8B-B14F-4D97-AF65-F5344CB8AC3E}">
        <p14:creationId xmlns:p14="http://schemas.microsoft.com/office/powerpoint/2010/main" val="1612460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764FF-1F10-8E31-126A-FC8873DB9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06C64-158E-152F-23BB-08D8D6A9542A}"/>
              </a:ext>
            </a:extLst>
          </p:cNvPr>
          <p:cNvSpPr>
            <a:spLocks noGrp="1"/>
          </p:cNvSpPr>
          <p:nvPr>
            <p:ph type="title"/>
          </p:nvPr>
        </p:nvSpPr>
        <p:spPr>
          <a:xfrm>
            <a:off x="838200" y="365129"/>
            <a:ext cx="10515600" cy="1325563"/>
          </a:xfrm>
        </p:spPr>
        <p:txBody>
          <a:bodyPr anchor="ctr">
            <a:normAutofit/>
          </a:bodyPr>
          <a:lstStyle/>
          <a:p>
            <a:r>
              <a:rPr lang="en-US" dirty="0"/>
              <a:t>Python EDA (basic overview)</a:t>
            </a:r>
          </a:p>
        </p:txBody>
      </p:sp>
      <p:sp>
        <p:nvSpPr>
          <p:cNvPr id="3" name="Content Placeholder 2">
            <a:extLst>
              <a:ext uri="{FF2B5EF4-FFF2-40B4-BE49-F238E27FC236}">
                <a16:creationId xmlns:a16="http://schemas.microsoft.com/office/drawing/2014/main" id="{5C76A5D5-D4F6-304E-A97E-A81406ECB61E}"/>
              </a:ext>
            </a:extLst>
          </p:cNvPr>
          <p:cNvSpPr>
            <a:spLocks noGrp="1"/>
          </p:cNvSpPr>
          <p:nvPr>
            <p:ph sz="half" idx="1"/>
          </p:nvPr>
        </p:nvSpPr>
        <p:spPr>
          <a:xfrm>
            <a:off x="838200" y="1825625"/>
            <a:ext cx="5181600" cy="4351338"/>
          </a:xfrm>
        </p:spPr>
        <p:txBody>
          <a:bodyPr>
            <a:normAutofit/>
          </a:bodyPr>
          <a:lstStyle/>
          <a:p>
            <a:r>
              <a:rPr lang="en-US" dirty="0"/>
              <a:t>When loading the dataset and seeing the output, the data looks clean. I also did not need to rename ANY of the columns since the columns name looks appropriate enough.</a:t>
            </a:r>
          </a:p>
          <a:p>
            <a:pPr marL="0" indent="0">
              <a:buNone/>
            </a:pPr>
            <a:endParaRPr lang="en-US" dirty="0"/>
          </a:p>
        </p:txBody>
      </p:sp>
      <p:pic>
        <p:nvPicPr>
          <p:cNvPr id="6" name="Picture 5" descr="A screen shot of a computer program&#10;&#10;AI-generated content may be incorrect.">
            <a:extLst>
              <a:ext uri="{FF2B5EF4-FFF2-40B4-BE49-F238E27FC236}">
                <a16:creationId xmlns:a16="http://schemas.microsoft.com/office/drawing/2014/main" id="{D6AE0B8B-176F-27FE-DE63-68B27B5435FA}"/>
              </a:ext>
            </a:extLst>
          </p:cNvPr>
          <p:cNvPicPr>
            <a:picLocks noChangeAspect="1"/>
          </p:cNvPicPr>
          <p:nvPr/>
        </p:nvPicPr>
        <p:blipFill>
          <a:blip r:embed="rId2"/>
          <a:stretch>
            <a:fillRect/>
          </a:stretch>
        </p:blipFill>
        <p:spPr>
          <a:xfrm>
            <a:off x="6172200" y="2737489"/>
            <a:ext cx="5181600" cy="2527609"/>
          </a:xfrm>
          <a:prstGeom prst="rect">
            <a:avLst/>
          </a:prstGeom>
          <a:noFill/>
        </p:spPr>
      </p:pic>
    </p:spTree>
    <p:extLst>
      <p:ext uri="{BB962C8B-B14F-4D97-AF65-F5344CB8AC3E}">
        <p14:creationId xmlns:p14="http://schemas.microsoft.com/office/powerpoint/2010/main" val="2992452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35A59-8878-C111-EE0C-87B00BD29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1B812-63EC-62E8-57D7-51779A125B92}"/>
              </a:ext>
            </a:extLst>
          </p:cNvPr>
          <p:cNvSpPr>
            <a:spLocks noGrp="1"/>
          </p:cNvSpPr>
          <p:nvPr>
            <p:ph type="title"/>
          </p:nvPr>
        </p:nvSpPr>
        <p:spPr>
          <a:xfrm>
            <a:off x="839788" y="457200"/>
            <a:ext cx="3932237" cy="1600200"/>
          </a:xfrm>
        </p:spPr>
        <p:txBody>
          <a:bodyPr anchor="b">
            <a:normAutofit/>
          </a:bodyPr>
          <a:lstStyle/>
          <a:p>
            <a:r>
              <a:rPr lang="en-US" dirty="0"/>
              <a:t>Python EDA (statistics)</a:t>
            </a:r>
          </a:p>
        </p:txBody>
      </p:sp>
      <p:pic>
        <p:nvPicPr>
          <p:cNvPr id="5" name="Picture 4" descr="A black screen with numbers and text&#10;&#10;AI-generated content may be incorrect.">
            <a:extLst>
              <a:ext uri="{FF2B5EF4-FFF2-40B4-BE49-F238E27FC236}">
                <a16:creationId xmlns:a16="http://schemas.microsoft.com/office/drawing/2014/main" id="{5D7E5650-7C03-0308-7CD2-A5485C24D64B}"/>
              </a:ext>
            </a:extLst>
          </p:cNvPr>
          <p:cNvPicPr>
            <a:picLocks noChangeAspect="1"/>
          </p:cNvPicPr>
          <p:nvPr/>
        </p:nvPicPr>
        <p:blipFill>
          <a:blip r:embed="rId2"/>
          <a:stretch>
            <a:fillRect/>
          </a:stretch>
        </p:blipFill>
        <p:spPr>
          <a:xfrm>
            <a:off x="5183188" y="2266954"/>
            <a:ext cx="6172200" cy="2314575"/>
          </a:xfrm>
          <a:prstGeom prst="rect">
            <a:avLst/>
          </a:prstGeom>
          <a:noFill/>
        </p:spPr>
      </p:pic>
      <p:sp>
        <p:nvSpPr>
          <p:cNvPr id="3" name="Content Placeholder 2">
            <a:extLst>
              <a:ext uri="{FF2B5EF4-FFF2-40B4-BE49-F238E27FC236}">
                <a16:creationId xmlns:a16="http://schemas.microsoft.com/office/drawing/2014/main" id="{15E84DBA-3ABC-92F1-713D-E4FE0627641A}"/>
              </a:ext>
            </a:extLst>
          </p:cNvPr>
          <p:cNvSpPr>
            <a:spLocks noGrp="1"/>
          </p:cNvSpPr>
          <p:nvPr>
            <p:ph type="body" sz="half" idx="2"/>
          </p:nvPr>
        </p:nvSpPr>
        <p:spPr>
          <a:xfrm>
            <a:off x="839788" y="2057400"/>
            <a:ext cx="3932237" cy="3811588"/>
          </a:xfrm>
        </p:spPr>
        <p:txBody>
          <a:bodyPr>
            <a:normAutofit/>
          </a:bodyPr>
          <a:lstStyle/>
          <a:p>
            <a:r>
              <a:rPr lang="en-US" dirty="0"/>
              <a:t>So, then I tried to get the statistics of the dataset with .</a:t>
            </a:r>
            <a:r>
              <a:rPr lang="en-US" b="1" dirty="0"/>
              <a:t>describe()</a:t>
            </a:r>
          </a:p>
          <a:p>
            <a:pPr marL="171450" indent="-171450">
              <a:buFont typeface="Arial" panose="020B0604020202020204" pitchFamily="34" charset="0"/>
              <a:buChar char="•"/>
            </a:pPr>
            <a:r>
              <a:rPr lang="en-US" dirty="0"/>
              <a:t>In these statistics, things that I noticed here is that the mean amount of physical health days (days in which the respondents did not feel good) is at 4 days, same with the mental health days.</a:t>
            </a:r>
          </a:p>
          <a:p>
            <a:pPr marL="171450" indent="-171450">
              <a:buFont typeface="Arial" panose="020B0604020202020204" pitchFamily="34" charset="0"/>
              <a:buChar char="•"/>
            </a:pPr>
            <a:r>
              <a:rPr lang="en-US" dirty="0"/>
              <a:t>The Average for Sleep is 7 hours.</a:t>
            </a:r>
          </a:p>
          <a:p>
            <a:pPr marL="171450" indent="-171450">
              <a:buFont typeface="Arial" panose="020B0604020202020204" pitchFamily="34" charset="0"/>
              <a:buChar char="•"/>
            </a:pPr>
            <a:r>
              <a:rPr lang="en-US" dirty="0"/>
              <a:t>The Max Weight in kilograms is 292.57 (645 lbs.)</a:t>
            </a:r>
          </a:p>
          <a:p>
            <a:pPr marL="171450" indent="-171450">
              <a:buFont typeface="Arial" panose="020B0604020202020204" pitchFamily="34" charset="0"/>
              <a:buChar char="•"/>
            </a:pPr>
            <a:r>
              <a:rPr lang="en-US" dirty="0"/>
              <a:t>The Minimum Weight in kilograms is 83.61 (184.32 lbs.)</a:t>
            </a:r>
          </a:p>
          <a:p>
            <a:pPr marL="171450" indent="-171450">
              <a:buFont typeface="Arial" panose="020B0604020202020204" pitchFamily="34" charset="0"/>
              <a:buChar char="•"/>
            </a:pPr>
            <a:r>
              <a:rPr lang="en-US" dirty="0"/>
              <a:t>The Standard Deviation of BMI is 6.51.</a:t>
            </a:r>
          </a:p>
          <a:p>
            <a:pPr marL="0" indent="0">
              <a:buNone/>
            </a:pPr>
            <a:endParaRPr lang="en-US" dirty="0"/>
          </a:p>
        </p:txBody>
      </p:sp>
    </p:spTree>
    <p:extLst>
      <p:ext uri="{BB962C8B-B14F-4D97-AF65-F5344CB8AC3E}">
        <p14:creationId xmlns:p14="http://schemas.microsoft.com/office/powerpoint/2010/main" val="2318255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8F766-BBEE-F220-29A5-A2850BCBF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73DA3-366F-7A69-E6E8-8A113CFE87C8}"/>
              </a:ext>
            </a:extLst>
          </p:cNvPr>
          <p:cNvSpPr>
            <a:spLocks noGrp="1"/>
          </p:cNvSpPr>
          <p:nvPr>
            <p:ph type="title"/>
          </p:nvPr>
        </p:nvSpPr>
        <p:spPr>
          <a:xfrm>
            <a:off x="838200" y="365129"/>
            <a:ext cx="10515600" cy="1325563"/>
          </a:xfrm>
        </p:spPr>
        <p:txBody>
          <a:bodyPr anchor="ctr">
            <a:normAutofit/>
          </a:bodyPr>
          <a:lstStyle/>
          <a:p>
            <a:r>
              <a:rPr lang="en-US" dirty="0"/>
              <a:t>Python EDA (Plots)</a:t>
            </a:r>
          </a:p>
        </p:txBody>
      </p:sp>
      <p:sp>
        <p:nvSpPr>
          <p:cNvPr id="10" name="Content Placeholder 2">
            <a:extLst>
              <a:ext uri="{FF2B5EF4-FFF2-40B4-BE49-F238E27FC236}">
                <a16:creationId xmlns:a16="http://schemas.microsoft.com/office/drawing/2014/main" id="{DA8C1A4E-E80A-8912-6BDA-95B90F27ACF8}"/>
              </a:ext>
            </a:extLst>
          </p:cNvPr>
          <p:cNvSpPr>
            <a:spLocks noGrp="1"/>
          </p:cNvSpPr>
          <p:nvPr>
            <p:ph sz="half" idx="1"/>
          </p:nvPr>
        </p:nvSpPr>
        <p:spPr>
          <a:xfrm>
            <a:off x="838200" y="1825625"/>
            <a:ext cx="5181600" cy="4351338"/>
          </a:xfrm>
        </p:spPr>
        <p:txBody>
          <a:bodyPr/>
          <a:lstStyle/>
          <a:p>
            <a:r>
              <a:rPr lang="en-US" dirty="0"/>
              <a:t>In the first EDA Visualization, this will be comparing Physical Activities with Sleep Hours. I decided to use a Boxplot to better see outliers</a:t>
            </a:r>
          </a:p>
          <a:p>
            <a:r>
              <a:rPr lang="en-US" dirty="0"/>
              <a:t>This is also just using the first 500 rows of the dataset for a brief glimpse of some outliers.</a:t>
            </a:r>
          </a:p>
          <a:p>
            <a:r>
              <a:rPr lang="en-US" dirty="0"/>
              <a:t>What is interesting in this plot is that with all of the respondents that said No with Physical activities, they seem to have 7 hours of sleep or lower, while respondents with Yes have more than 7 hours of sleep.</a:t>
            </a:r>
          </a:p>
        </p:txBody>
      </p:sp>
      <p:pic>
        <p:nvPicPr>
          <p:cNvPr id="5" name="Content Placeholder 4" descr="A screenshot of a computer screen&#10;&#10;AI-generated content may be incorrect.">
            <a:extLst>
              <a:ext uri="{FF2B5EF4-FFF2-40B4-BE49-F238E27FC236}">
                <a16:creationId xmlns:a16="http://schemas.microsoft.com/office/drawing/2014/main" id="{A1029A67-29E2-C630-CDAE-BA1C1125AD33}"/>
              </a:ext>
            </a:extLst>
          </p:cNvPr>
          <p:cNvPicPr>
            <a:picLocks noGrp="1" noChangeAspect="1"/>
          </p:cNvPicPr>
          <p:nvPr>
            <p:ph sz="half" idx="2"/>
          </p:nvPr>
        </p:nvPicPr>
        <p:blipFill>
          <a:blip r:embed="rId2"/>
          <a:stretch>
            <a:fillRect/>
          </a:stretch>
        </p:blipFill>
        <p:spPr>
          <a:xfrm>
            <a:off x="6685236" y="1825625"/>
            <a:ext cx="4155527" cy="4351338"/>
          </a:xfrm>
          <a:prstGeom prst="rect">
            <a:avLst/>
          </a:prstGeom>
          <a:noFill/>
        </p:spPr>
      </p:pic>
    </p:spTree>
    <p:extLst>
      <p:ext uri="{BB962C8B-B14F-4D97-AF65-F5344CB8AC3E}">
        <p14:creationId xmlns:p14="http://schemas.microsoft.com/office/powerpoint/2010/main" val="3655128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1F6C5-01DA-A98F-C630-E2D07909EBD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52B1687F-B004-2800-B692-7FA296EA3A50}"/>
              </a:ext>
            </a:extLst>
          </p:cNvPr>
          <p:cNvSpPr>
            <a:spLocks noGrp="1"/>
          </p:cNvSpPr>
          <p:nvPr>
            <p:ph type="title"/>
          </p:nvPr>
        </p:nvSpPr>
        <p:spPr>
          <a:xfrm>
            <a:off x="838200" y="365129"/>
            <a:ext cx="10515600" cy="1325563"/>
          </a:xfrm>
        </p:spPr>
        <p:txBody>
          <a:bodyPr/>
          <a:lstStyle/>
          <a:p>
            <a:r>
              <a:rPr lang="en-US"/>
              <a:t>Python EDA (Plots)</a:t>
            </a:r>
          </a:p>
        </p:txBody>
      </p:sp>
      <p:sp>
        <p:nvSpPr>
          <p:cNvPr id="12" name="Content Placeholder 2">
            <a:extLst>
              <a:ext uri="{FF2B5EF4-FFF2-40B4-BE49-F238E27FC236}">
                <a16:creationId xmlns:a16="http://schemas.microsoft.com/office/drawing/2014/main" id="{9D116FE9-9E43-3858-74BA-84130848BCD7}"/>
              </a:ext>
            </a:extLst>
          </p:cNvPr>
          <p:cNvSpPr>
            <a:spLocks noGrp="1"/>
          </p:cNvSpPr>
          <p:nvPr>
            <p:ph sz="half" idx="1"/>
          </p:nvPr>
        </p:nvSpPr>
        <p:spPr>
          <a:xfrm>
            <a:off x="838200" y="1825625"/>
            <a:ext cx="5181600" cy="4351338"/>
          </a:xfrm>
        </p:spPr>
        <p:txBody>
          <a:bodyPr/>
          <a:lstStyle/>
          <a:p>
            <a:r>
              <a:rPr lang="en-US" dirty="0"/>
              <a:t>Like with the first, this is also a boxplot visualization with a dataset row limit of 500.</a:t>
            </a:r>
          </a:p>
          <a:p>
            <a:r>
              <a:rPr lang="en-US" dirty="0"/>
              <a:t>This plot is comparing the Physical Activities by Body Mas Index (BMI).</a:t>
            </a:r>
          </a:p>
          <a:p>
            <a:r>
              <a:rPr lang="en-US" dirty="0"/>
              <a:t>The respondents that said Yes for Physical activities had an average BMI at around the high 20s.</a:t>
            </a:r>
          </a:p>
          <a:p>
            <a:r>
              <a:rPr lang="en-US" dirty="0"/>
              <a:t>The respondents that said No for Physical Activities had an average BMI at the low 30s.</a:t>
            </a:r>
          </a:p>
          <a:p>
            <a:r>
              <a:rPr lang="en-US" dirty="0"/>
              <a:t>Outliers?</a:t>
            </a:r>
          </a:p>
        </p:txBody>
      </p:sp>
      <p:pic>
        <p:nvPicPr>
          <p:cNvPr id="5" name="Content Placeholder 4" descr="A screenshot of a computer screen&#10;&#10;AI-generated content may be incorrect.">
            <a:extLst>
              <a:ext uri="{FF2B5EF4-FFF2-40B4-BE49-F238E27FC236}">
                <a16:creationId xmlns:a16="http://schemas.microsoft.com/office/drawing/2014/main" id="{310CBE63-8532-C646-F108-30F0ED05A62E}"/>
              </a:ext>
            </a:extLst>
          </p:cNvPr>
          <p:cNvPicPr>
            <a:picLocks noGrp="1" noChangeAspect="1"/>
          </p:cNvPicPr>
          <p:nvPr>
            <p:ph sz="half" idx="2"/>
          </p:nvPr>
        </p:nvPicPr>
        <p:blipFill>
          <a:blip r:embed="rId2"/>
          <a:stretch>
            <a:fillRect/>
          </a:stretch>
        </p:blipFill>
        <p:spPr>
          <a:xfrm>
            <a:off x="6663480" y="1825625"/>
            <a:ext cx="4199040" cy="4351338"/>
          </a:xfrm>
          <a:prstGeom prst="rect">
            <a:avLst/>
          </a:prstGeom>
          <a:noFill/>
        </p:spPr>
      </p:pic>
    </p:spTree>
    <p:extLst>
      <p:ext uri="{BB962C8B-B14F-4D97-AF65-F5344CB8AC3E}">
        <p14:creationId xmlns:p14="http://schemas.microsoft.com/office/powerpoint/2010/main" val="4292907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B1072-9C54-5DAD-987B-732549A8E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9D42A-E8EC-BBC8-92EB-994996783F8E}"/>
              </a:ext>
            </a:extLst>
          </p:cNvPr>
          <p:cNvSpPr>
            <a:spLocks noGrp="1"/>
          </p:cNvSpPr>
          <p:nvPr>
            <p:ph type="title"/>
          </p:nvPr>
        </p:nvSpPr>
        <p:spPr/>
        <p:txBody>
          <a:bodyPr/>
          <a:lstStyle/>
          <a:p>
            <a:r>
              <a:rPr lang="en-US" dirty="0"/>
              <a:t>Tableau Graph Visualizations</a:t>
            </a:r>
          </a:p>
        </p:txBody>
      </p:sp>
      <p:sp>
        <p:nvSpPr>
          <p:cNvPr id="3" name="Content Placeholder 2">
            <a:extLst>
              <a:ext uri="{FF2B5EF4-FFF2-40B4-BE49-F238E27FC236}">
                <a16:creationId xmlns:a16="http://schemas.microsoft.com/office/drawing/2014/main" id="{541606A0-1BEE-9DC1-0761-7B6FED5FB7EA}"/>
              </a:ext>
            </a:extLst>
          </p:cNvPr>
          <p:cNvSpPr>
            <a:spLocks noGrp="1"/>
          </p:cNvSpPr>
          <p:nvPr>
            <p:ph idx="1"/>
          </p:nvPr>
        </p:nvSpPr>
        <p:spPr>
          <a:xfrm>
            <a:off x="0" y="3045477"/>
            <a:ext cx="12192000" cy="3447394"/>
          </a:xfrm>
        </p:spPr>
        <p:txBody>
          <a:bodyPr/>
          <a:lstStyle/>
          <a:p>
            <a:r>
              <a:rPr lang="en-US" dirty="0"/>
              <a:t>This first Tableau graph visualization compares General Health by Alcohol Drinkers.</a:t>
            </a:r>
          </a:p>
          <a:p>
            <a:r>
              <a:rPr lang="en-US" dirty="0"/>
              <a:t>In the “Very Good Sector”, there is a lower count of people that did not drink compared to the ones that do (No= 32,733; Yes= 54,266).</a:t>
            </a:r>
          </a:p>
          <a:p>
            <a:r>
              <a:rPr lang="en-US" dirty="0"/>
              <a:t>In the “Good” Sector, there is a very close count of people that did not drink compared to the ones that do (No= 37,379; Yes=  40,030)</a:t>
            </a:r>
          </a:p>
          <a:p>
            <a:r>
              <a:rPr lang="en-US" dirty="0"/>
              <a:t>In the “Excellent” Sector, there is an extremely low count of people that did not drink compared to the ones that do (No= 15,423; Yes= 26,102)</a:t>
            </a:r>
          </a:p>
          <a:p>
            <a:r>
              <a:rPr lang="en-US" dirty="0"/>
              <a:t>In the “Fair” Sector, there is a very high count of people that did not drink alcohol compared to the ones that do. (No= 18,492; Yes= 12,167)</a:t>
            </a:r>
          </a:p>
        </p:txBody>
      </p:sp>
      <p:pic>
        <p:nvPicPr>
          <p:cNvPr id="7" name="Picture 6" descr="A graph with text and numbers&#10;&#10;AI-generated content may be incorrect.">
            <a:extLst>
              <a:ext uri="{FF2B5EF4-FFF2-40B4-BE49-F238E27FC236}">
                <a16:creationId xmlns:a16="http://schemas.microsoft.com/office/drawing/2014/main" id="{F784CF1A-FF2A-DA58-3FFB-2B71CDA61CBF}"/>
              </a:ext>
            </a:extLst>
          </p:cNvPr>
          <p:cNvPicPr>
            <a:picLocks noChangeAspect="1"/>
          </p:cNvPicPr>
          <p:nvPr/>
        </p:nvPicPr>
        <p:blipFill>
          <a:blip r:embed="rId2"/>
          <a:stretch>
            <a:fillRect/>
          </a:stretch>
        </p:blipFill>
        <p:spPr>
          <a:xfrm>
            <a:off x="0" y="1353103"/>
            <a:ext cx="12192000" cy="1692374"/>
          </a:xfrm>
          <a:prstGeom prst="rect">
            <a:avLst/>
          </a:prstGeom>
        </p:spPr>
      </p:pic>
    </p:spTree>
    <p:extLst>
      <p:ext uri="{BB962C8B-B14F-4D97-AF65-F5344CB8AC3E}">
        <p14:creationId xmlns:p14="http://schemas.microsoft.com/office/powerpoint/2010/main" val="1009471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DB14B-E75E-43E0-9E9B-98800A1C7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FF643-5BCC-BAD8-85F9-5016BC26596D}"/>
              </a:ext>
            </a:extLst>
          </p:cNvPr>
          <p:cNvSpPr>
            <a:spLocks noGrp="1"/>
          </p:cNvSpPr>
          <p:nvPr>
            <p:ph type="title"/>
          </p:nvPr>
        </p:nvSpPr>
        <p:spPr>
          <a:xfrm>
            <a:off x="838200" y="365129"/>
            <a:ext cx="10515600" cy="1325563"/>
          </a:xfrm>
        </p:spPr>
        <p:txBody>
          <a:bodyPr anchor="ctr">
            <a:normAutofit/>
          </a:bodyPr>
          <a:lstStyle/>
          <a:p>
            <a:r>
              <a:rPr lang="en-US" dirty="0"/>
              <a:t>Tableau Graph Visualizations</a:t>
            </a:r>
          </a:p>
        </p:txBody>
      </p:sp>
      <p:sp>
        <p:nvSpPr>
          <p:cNvPr id="9" name="Content Placeholder 2">
            <a:extLst>
              <a:ext uri="{FF2B5EF4-FFF2-40B4-BE49-F238E27FC236}">
                <a16:creationId xmlns:a16="http://schemas.microsoft.com/office/drawing/2014/main" id="{1509AD0D-33C3-025C-94AC-EB53AC8DF22B}"/>
              </a:ext>
            </a:extLst>
          </p:cNvPr>
          <p:cNvSpPr>
            <a:spLocks noGrp="1"/>
          </p:cNvSpPr>
          <p:nvPr>
            <p:ph sz="half" idx="1"/>
          </p:nvPr>
        </p:nvSpPr>
        <p:spPr>
          <a:xfrm>
            <a:off x="838200" y="1825625"/>
            <a:ext cx="5181600" cy="4351338"/>
          </a:xfrm>
        </p:spPr>
        <p:txBody>
          <a:bodyPr>
            <a:normAutofit fontScale="92500" lnSpcReduction="10000"/>
          </a:bodyPr>
          <a:lstStyle/>
          <a:p>
            <a:r>
              <a:rPr lang="en-US" dirty="0"/>
              <a:t>The second Tableau visualization compares the Total Count of Smokers by General Health.</a:t>
            </a:r>
          </a:p>
          <a:p>
            <a:r>
              <a:rPr lang="en-US" dirty="0"/>
              <a:t>In the “Never Smoked” Sector:</a:t>
            </a:r>
          </a:p>
          <a:p>
            <a:pPr lvl="1"/>
            <a:r>
              <a:rPr lang="en-US" dirty="0"/>
              <a:t>55,792 respondents reported having “Very good” heath.</a:t>
            </a:r>
          </a:p>
          <a:p>
            <a:pPr lvl="1"/>
            <a:r>
              <a:rPr lang="en-US" dirty="0"/>
              <a:t>44,113 respondents reported having “Good” health.</a:t>
            </a:r>
          </a:p>
          <a:p>
            <a:pPr lvl="1"/>
            <a:r>
              <a:rPr lang="en-US" dirty="0"/>
              <a:t>14,825 respondents reported having “Fair” heath.</a:t>
            </a:r>
          </a:p>
          <a:p>
            <a:pPr lvl="1"/>
            <a:r>
              <a:rPr lang="en-US" dirty="0"/>
              <a:t>29,306 respondents reported having “Excellent” health.</a:t>
            </a:r>
          </a:p>
          <a:p>
            <a:pPr lvl="1"/>
            <a:r>
              <a:rPr lang="en-US" dirty="0"/>
              <a:t>3,701 respondents reported having “Poor” health. </a:t>
            </a:r>
          </a:p>
          <a:p>
            <a:r>
              <a:rPr lang="en-US" dirty="0"/>
              <a:t>There is more respondents with poor health in the “Never Smoked” Sector than the Current Smoker sectors.</a:t>
            </a:r>
          </a:p>
        </p:txBody>
      </p:sp>
      <p:pic>
        <p:nvPicPr>
          <p:cNvPr id="4" name="Content Placeholder 3" descr="A screenshot of a graph&#10;&#10;AI-generated content may be incorrect.">
            <a:extLst>
              <a:ext uri="{FF2B5EF4-FFF2-40B4-BE49-F238E27FC236}">
                <a16:creationId xmlns:a16="http://schemas.microsoft.com/office/drawing/2014/main" id="{AE9ABABE-28AD-255F-1D50-B575772EDAD7}"/>
              </a:ext>
            </a:extLst>
          </p:cNvPr>
          <p:cNvPicPr>
            <a:picLocks noGrp="1" noChangeAspect="1"/>
          </p:cNvPicPr>
          <p:nvPr>
            <p:ph sz="half" idx="2"/>
          </p:nvPr>
        </p:nvPicPr>
        <p:blipFill>
          <a:blip r:embed="rId2"/>
          <a:stretch>
            <a:fillRect/>
          </a:stretch>
        </p:blipFill>
        <p:spPr>
          <a:xfrm>
            <a:off x="6172200" y="1941608"/>
            <a:ext cx="5181600" cy="4119372"/>
          </a:xfrm>
          <a:prstGeom prst="rect">
            <a:avLst/>
          </a:prstGeom>
          <a:noFill/>
        </p:spPr>
      </p:pic>
    </p:spTree>
    <p:extLst>
      <p:ext uri="{BB962C8B-B14F-4D97-AF65-F5344CB8AC3E}">
        <p14:creationId xmlns:p14="http://schemas.microsoft.com/office/powerpoint/2010/main" val="880746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BF95A-D011-1EB6-18AB-BBF75D1087CE}"/>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CAE0E043-8652-22BC-6FD4-D8D53F46802E}"/>
              </a:ext>
            </a:extLst>
          </p:cNvPr>
          <p:cNvSpPr>
            <a:spLocks noGrp="1"/>
          </p:cNvSpPr>
          <p:nvPr>
            <p:ph type="title"/>
          </p:nvPr>
        </p:nvSpPr>
        <p:spPr>
          <a:xfrm>
            <a:off x="838200" y="365129"/>
            <a:ext cx="10515600" cy="1325563"/>
          </a:xfrm>
        </p:spPr>
        <p:txBody>
          <a:bodyPr/>
          <a:lstStyle/>
          <a:p>
            <a:r>
              <a:rPr lang="en-US" dirty="0"/>
              <a:t>Tableau Graph Visualizations</a:t>
            </a:r>
          </a:p>
        </p:txBody>
      </p:sp>
      <p:sp>
        <p:nvSpPr>
          <p:cNvPr id="12" name="Content Placeholder 2">
            <a:extLst>
              <a:ext uri="{FF2B5EF4-FFF2-40B4-BE49-F238E27FC236}">
                <a16:creationId xmlns:a16="http://schemas.microsoft.com/office/drawing/2014/main" id="{0C8CAD8B-54AD-A8DB-191E-41D9417B7D56}"/>
              </a:ext>
            </a:extLst>
          </p:cNvPr>
          <p:cNvSpPr>
            <a:spLocks noGrp="1"/>
          </p:cNvSpPr>
          <p:nvPr>
            <p:ph sz="half" idx="1"/>
          </p:nvPr>
        </p:nvSpPr>
        <p:spPr>
          <a:xfrm>
            <a:off x="838200" y="1825625"/>
            <a:ext cx="5181600" cy="4351338"/>
          </a:xfrm>
        </p:spPr>
        <p:txBody>
          <a:bodyPr/>
          <a:lstStyle/>
          <a:p>
            <a:r>
              <a:rPr lang="en-US" dirty="0"/>
              <a:t>In the Third Tableau Visualization, this is the Total Count of Heart Attacks By Age.</a:t>
            </a:r>
          </a:p>
          <a:p>
            <a:r>
              <a:rPr lang="en-US" dirty="0"/>
              <a:t>The Ages between 65 to 69 seems to have the most amount of heart attacks in the entire dataset. (Age 70 to 74 &amp; 60 to 64 are also following suit).</a:t>
            </a:r>
          </a:p>
          <a:p>
            <a:r>
              <a:rPr lang="en-US" dirty="0"/>
              <a:t>The concerning thing seen in this dataset is seeing younger adults suffer for heart attacks at all. Even when that age demographic has the lowest count here, it is still concerning.</a:t>
            </a:r>
          </a:p>
        </p:txBody>
      </p:sp>
      <p:pic>
        <p:nvPicPr>
          <p:cNvPr id="5" name="Content Placeholder 4" descr="A graph of different colored bars&#10;&#10;AI-generated content may be incorrect.">
            <a:extLst>
              <a:ext uri="{FF2B5EF4-FFF2-40B4-BE49-F238E27FC236}">
                <a16:creationId xmlns:a16="http://schemas.microsoft.com/office/drawing/2014/main" id="{0FBF2446-CD97-C91B-7FFE-58BA0730BCE2}"/>
              </a:ext>
            </a:extLst>
          </p:cNvPr>
          <p:cNvPicPr>
            <a:picLocks noGrp="1" noChangeAspect="1"/>
          </p:cNvPicPr>
          <p:nvPr>
            <p:ph sz="half" idx="2"/>
          </p:nvPr>
        </p:nvPicPr>
        <p:blipFill>
          <a:blip r:embed="rId2"/>
          <a:stretch>
            <a:fillRect/>
          </a:stretch>
        </p:blipFill>
        <p:spPr>
          <a:xfrm>
            <a:off x="6365569" y="1825625"/>
            <a:ext cx="4794862" cy="4351338"/>
          </a:xfrm>
          <a:prstGeom prst="rect">
            <a:avLst/>
          </a:prstGeom>
          <a:noFill/>
        </p:spPr>
      </p:pic>
    </p:spTree>
    <p:extLst>
      <p:ext uri="{BB962C8B-B14F-4D97-AF65-F5344CB8AC3E}">
        <p14:creationId xmlns:p14="http://schemas.microsoft.com/office/powerpoint/2010/main" val="1879895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6B85B-6FD6-4966-47E5-E177A2E9C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4DEA9-8511-003F-7517-39B61171F23D}"/>
              </a:ext>
            </a:extLst>
          </p:cNvPr>
          <p:cNvSpPr>
            <a:spLocks noGrp="1"/>
          </p:cNvSpPr>
          <p:nvPr>
            <p:ph type="title"/>
          </p:nvPr>
        </p:nvSpPr>
        <p:spPr>
          <a:xfrm>
            <a:off x="838200" y="365129"/>
            <a:ext cx="10515600" cy="1325563"/>
          </a:xfrm>
        </p:spPr>
        <p:txBody>
          <a:bodyPr anchor="ctr">
            <a:normAutofit/>
          </a:bodyPr>
          <a:lstStyle/>
          <a:p>
            <a:r>
              <a:rPr lang="en-US" dirty="0"/>
              <a:t>Tableau Graph Visualizations</a:t>
            </a:r>
          </a:p>
        </p:txBody>
      </p:sp>
      <p:sp>
        <p:nvSpPr>
          <p:cNvPr id="9" name="Content Placeholder 2">
            <a:extLst>
              <a:ext uri="{FF2B5EF4-FFF2-40B4-BE49-F238E27FC236}">
                <a16:creationId xmlns:a16="http://schemas.microsoft.com/office/drawing/2014/main" id="{39275D51-E289-BDD7-4CCC-FF75BD259441}"/>
              </a:ext>
            </a:extLst>
          </p:cNvPr>
          <p:cNvSpPr>
            <a:spLocks noGrp="1"/>
          </p:cNvSpPr>
          <p:nvPr>
            <p:ph sz="half" idx="1"/>
          </p:nvPr>
        </p:nvSpPr>
        <p:spPr>
          <a:xfrm>
            <a:off x="838200" y="1825625"/>
            <a:ext cx="5181600" cy="4351338"/>
          </a:xfrm>
        </p:spPr>
        <p:txBody>
          <a:bodyPr/>
          <a:lstStyle/>
          <a:p>
            <a:r>
              <a:rPr lang="en-US" dirty="0"/>
              <a:t>In the Fourth Tableau Visualization, it compares Physical Activities by Total Sleep Hours.</a:t>
            </a:r>
          </a:p>
          <a:p>
            <a:r>
              <a:rPr lang="en-US" dirty="0"/>
              <a:t>In this, respondents that responded doing regular activities in total had more sleep time compared to those who don’t.</a:t>
            </a:r>
          </a:p>
          <a:p>
            <a:r>
              <a:rPr lang="en-US" dirty="0"/>
              <a:t>This shows that most of the respondents also have a good sleep schedule.</a:t>
            </a:r>
          </a:p>
        </p:txBody>
      </p:sp>
      <p:pic>
        <p:nvPicPr>
          <p:cNvPr id="4" name="Content Placeholder 3" descr="A graph of sleep hours&#10;&#10;AI-generated content may be incorrect.">
            <a:extLst>
              <a:ext uri="{FF2B5EF4-FFF2-40B4-BE49-F238E27FC236}">
                <a16:creationId xmlns:a16="http://schemas.microsoft.com/office/drawing/2014/main" id="{AB163057-BBBC-3A6B-6840-22B41FD20460}"/>
              </a:ext>
            </a:extLst>
          </p:cNvPr>
          <p:cNvPicPr>
            <a:picLocks noGrp="1" noChangeAspect="1"/>
          </p:cNvPicPr>
          <p:nvPr>
            <p:ph sz="half" idx="2"/>
          </p:nvPr>
        </p:nvPicPr>
        <p:blipFill>
          <a:blip r:embed="rId2"/>
          <a:stretch>
            <a:fillRect/>
          </a:stretch>
        </p:blipFill>
        <p:spPr>
          <a:xfrm>
            <a:off x="7128671" y="1825625"/>
            <a:ext cx="3268658" cy="4351338"/>
          </a:xfrm>
          <a:prstGeom prst="rect">
            <a:avLst/>
          </a:prstGeom>
          <a:noFill/>
        </p:spPr>
      </p:pic>
    </p:spTree>
    <p:extLst>
      <p:ext uri="{BB962C8B-B14F-4D97-AF65-F5344CB8AC3E}">
        <p14:creationId xmlns:p14="http://schemas.microsoft.com/office/powerpoint/2010/main" val="226146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D1610-D6EA-8E39-0AA5-8A7A59D20A3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DAAB72F-F36F-1AAD-690A-EBC2B002A48E}"/>
              </a:ext>
            </a:extLst>
          </p:cNvPr>
          <p:cNvSpPr>
            <a:spLocks noGrp="1"/>
          </p:cNvSpPr>
          <p:nvPr>
            <p:ph type="title"/>
          </p:nvPr>
        </p:nvSpPr>
        <p:spPr>
          <a:xfrm>
            <a:off x="839788" y="457200"/>
            <a:ext cx="3932237" cy="1600200"/>
          </a:xfrm>
        </p:spPr>
        <p:txBody>
          <a:bodyPr/>
          <a:lstStyle/>
          <a:p>
            <a:r>
              <a:rPr lang="en-US" dirty="0"/>
              <a:t>Tableau Graph Visualizations</a:t>
            </a:r>
          </a:p>
        </p:txBody>
      </p:sp>
      <p:pic>
        <p:nvPicPr>
          <p:cNvPr id="4" name="Content Placeholder 3" descr="A colorful bar chart with numbers&#10;&#10;AI-generated content may be incorrect.">
            <a:extLst>
              <a:ext uri="{FF2B5EF4-FFF2-40B4-BE49-F238E27FC236}">
                <a16:creationId xmlns:a16="http://schemas.microsoft.com/office/drawing/2014/main" id="{00547716-9F39-E9B6-25EC-E4C9A0074919}"/>
              </a:ext>
            </a:extLst>
          </p:cNvPr>
          <p:cNvPicPr>
            <a:picLocks noGrp="1" noChangeAspect="1"/>
          </p:cNvPicPr>
          <p:nvPr>
            <p:ph idx="1"/>
          </p:nvPr>
        </p:nvPicPr>
        <p:blipFill>
          <a:blip r:embed="rId2"/>
          <a:stretch>
            <a:fillRect/>
          </a:stretch>
        </p:blipFill>
        <p:spPr>
          <a:xfrm>
            <a:off x="4862676" y="1461156"/>
            <a:ext cx="7242299" cy="2726922"/>
          </a:xfrm>
          <a:prstGeom prst="rect">
            <a:avLst/>
          </a:prstGeom>
          <a:noFill/>
        </p:spPr>
      </p:pic>
      <p:sp>
        <p:nvSpPr>
          <p:cNvPr id="7" name="Text Placeholder 3">
            <a:extLst>
              <a:ext uri="{FF2B5EF4-FFF2-40B4-BE49-F238E27FC236}">
                <a16:creationId xmlns:a16="http://schemas.microsoft.com/office/drawing/2014/main" id="{20D1ECE7-F2CA-6586-82F6-FB99CA26730E}"/>
              </a:ext>
            </a:extLst>
          </p:cNvPr>
          <p:cNvSpPr>
            <a:spLocks noGrp="1"/>
          </p:cNvSpPr>
          <p:nvPr>
            <p:ph type="body" sz="half" idx="2"/>
          </p:nvPr>
        </p:nvSpPr>
        <p:spPr>
          <a:xfrm>
            <a:off x="839788" y="2057400"/>
            <a:ext cx="3932237" cy="3811588"/>
          </a:xfrm>
        </p:spPr>
        <p:txBody>
          <a:bodyPr/>
          <a:lstStyle/>
          <a:p>
            <a:pPr marL="171450" indent="-171450">
              <a:buFont typeface="Arial" panose="020B0604020202020204" pitchFamily="34" charset="0"/>
              <a:buChar char="•"/>
            </a:pPr>
            <a:r>
              <a:rPr lang="en-US" dirty="0"/>
              <a:t>In this Fifth and final Tableau Visualization, this compared the Average BMI by the General Heath (By Sex).</a:t>
            </a:r>
          </a:p>
          <a:p>
            <a:pPr marL="171450" indent="-171450">
              <a:buFont typeface="Arial" panose="020B0604020202020204" pitchFamily="34" charset="0"/>
              <a:buChar char="•"/>
            </a:pPr>
            <a:r>
              <a:rPr lang="en-US" dirty="0"/>
              <a:t>In the “Excellent” Sector, the average BMI is 26.690 from Male respondents, and 25.506 for Female respondents.</a:t>
            </a:r>
          </a:p>
          <a:p>
            <a:pPr marL="171450" indent="-171450">
              <a:buFont typeface="Arial" panose="020B0604020202020204" pitchFamily="34" charset="0"/>
              <a:buChar char="•"/>
            </a:pPr>
            <a:r>
              <a:rPr lang="en-US" dirty="0"/>
              <a:t>In the “Very Good” Sector, the average BMI is 28.091 from the Male respondents, and 27.553 from the Female respondents.</a:t>
            </a:r>
          </a:p>
          <a:p>
            <a:pPr marL="171450" indent="-171450">
              <a:buFont typeface="Arial" panose="020B0604020202020204" pitchFamily="34" charset="0"/>
              <a:buChar char="•"/>
            </a:pPr>
            <a:r>
              <a:rPr lang="en-US" dirty="0"/>
              <a:t>In the “Good” Sector, the average BMI is 29.613 from the Male respondents, and 29.966 from the Female respondents.</a:t>
            </a:r>
          </a:p>
          <a:p>
            <a:pPr marL="171450" indent="-171450">
              <a:buFont typeface="Arial" panose="020B0604020202020204" pitchFamily="34" charset="0"/>
              <a:buChar char="•"/>
            </a:pPr>
            <a:r>
              <a:rPr lang="en-US" dirty="0"/>
              <a:t>In the “Fair” Sector, the average BMI is 31.389 from the Female respondents, and 30.647 from the Male respondents.</a:t>
            </a:r>
          </a:p>
          <a:p>
            <a:pPr marL="171450" indent="-171450">
              <a:buFont typeface="Arial" panose="020B0604020202020204" pitchFamily="34" charset="0"/>
              <a:buChar char="•"/>
            </a:pPr>
            <a:r>
              <a:rPr lang="en-US" dirty="0"/>
              <a:t>In the “Poor” Sector, the average BMI is 31.252 BMI from the Female respondents, and 30.518 from the Male respondents.</a:t>
            </a:r>
          </a:p>
        </p:txBody>
      </p:sp>
    </p:spTree>
    <p:extLst>
      <p:ext uri="{BB962C8B-B14F-4D97-AF65-F5344CB8AC3E}">
        <p14:creationId xmlns:p14="http://schemas.microsoft.com/office/powerpoint/2010/main" val="2264250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251DF-9190-6A4D-6A2D-06BB8AD65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344B1-54E5-6A7A-8FCD-C463375C6E94}"/>
              </a:ext>
            </a:extLst>
          </p:cNvPr>
          <p:cNvSpPr>
            <a:spLocks noGrp="1"/>
          </p:cNvSpPr>
          <p:nvPr>
            <p:ph type="title"/>
          </p:nvPr>
        </p:nvSpPr>
        <p:spPr/>
        <p:txBody>
          <a:bodyPr/>
          <a:lstStyle/>
          <a:p>
            <a:r>
              <a:rPr lang="en-US" dirty="0"/>
              <a:t>Model Training Summary</a:t>
            </a:r>
          </a:p>
        </p:txBody>
      </p:sp>
      <p:sp>
        <p:nvSpPr>
          <p:cNvPr id="3" name="Content Placeholder 2">
            <a:extLst>
              <a:ext uri="{FF2B5EF4-FFF2-40B4-BE49-F238E27FC236}">
                <a16:creationId xmlns:a16="http://schemas.microsoft.com/office/drawing/2014/main" id="{0E9EE7F2-C941-8205-981F-4A36BA995707}"/>
              </a:ext>
            </a:extLst>
          </p:cNvPr>
          <p:cNvSpPr>
            <a:spLocks noGrp="1"/>
          </p:cNvSpPr>
          <p:nvPr>
            <p:ph idx="1"/>
          </p:nvPr>
        </p:nvSpPr>
        <p:spPr>
          <a:xfrm>
            <a:off x="838200" y="1838216"/>
            <a:ext cx="10515600" cy="4351338"/>
          </a:xfrm>
        </p:spPr>
        <p:txBody>
          <a:bodyPr/>
          <a:lstStyle/>
          <a:p>
            <a:r>
              <a:rPr lang="en-US" dirty="0"/>
              <a:t>Columns that I decided to drop:</a:t>
            </a:r>
          </a:p>
        </p:txBody>
      </p:sp>
      <p:pic>
        <p:nvPicPr>
          <p:cNvPr id="5" name="Picture 4" descr="A screen shot of a computer&#10;&#10;AI-generated content may be incorrect.">
            <a:extLst>
              <a:ext uri="{FF2B5EF4-FFF2-40B4-BE49-F238E27FC236}">
                <a16:creationId xmlns:a16="http://schemas.microsoft.com/office/drawing/2014/main" id="{1B0E903B-34C2-05C2-2E26-05DEB5B72FF9}"/>
              </a:ext>
            </a:extLst>
          </p:cNvPr>
          <p:cNvPicPr>
            <a:picLocks noChangeAspect="1"/>
          </p:cNvPicPr>
          <p:nvPr/>
        </p:nvPicPr>
        <p:blipFill>
          <a:blip r:embed="rId2"/>
          <a:stretch>
            <a:fillRect/>
          </a:stretch>
        </p:blipFill>
        <p:spPr>
          <a:xfrm>
            <a:off x="838200" y="2235640"/>
            <a:ext cx="10555173" cy="1752845"/>
          </a:xfrm>
          <a:prstGeom prst="rect">
            <a:avLst/>
          </a:prstGeom>
        </p:spPr>
      </p:pic>
    </p:spTree>
    <p:extLst>
      <p:ext uri="{BB962C8B-B14F-4D97-AF65-F5344CB8AC3E}">
        <p14:creationId xmlns:p14="http://schemas.microsoft.com/office/powerpoint/2010/main" val="4133704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042FD-58B2-2676-1E9B-44347CBAB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05E93-C2D2-1155-3BE1-B2406A8750D5}"/>
              </a:ext>
            </a:extLst>
          </p:cNvPr>
          <p:cNvSpPr>
            <a:spLocks noGrp="1"/>
          </p:cNvSpPr>
          <p:nvPr>
            <p:ph type="title"/>
          </p:nvPr>
        </p:nvSpPr>
        <p:spPr/>
        <p:txBody>
          <a:bodyPr/>
          <a:lstStyle/>
          <a:p>
            <a:r>
              <a:rPr lang="en-US" dirty="0"/>
              <a:t>Model Training Summary</a:t>
            </a:r>
          </a:p>
        </p:txBody>
      </p:sp>
      <p:sp>
        <p:nvSpPr>
          <p:cNvPr id="3" name="Content Placeholder 2">
            <a:extLst>
              <a:ext uri="{FF2B5EF4-FFF2-40B4-BE49-F238E27FC236}">
                <a16:creationId xmlns:a16="http://schemas.microsoft.com/office/drawing/2014/main" id="{F1D27633-39DC-F8B5-C01E-517E4A848402}"/>
              </a:ext>
            </a:extLst>
          </p:cNvPr>
          <p:cNvSpPr>
            <a:spLocks noGrp="1"/>
          </p:cNvSpPr>
          <p:nvPr>
            <p:ph idx="1"/>
          </p:nvPr>
        </p:nvSpPr>
        <p:spPr/>
        <p:txBody>
          <a:bodyPr/>
          <a:lstStyle/>
          <a:p>
            <a:r>
              <a:rPr lang="en-US" dirty="0"/>
              <a:t>Columns that are converted into dummy columns:</a:t>
            </a:r>
          </a:p>
          <a:p>
            <a:endParaRPr lang="en-US" dirty="0"/>
          </a:p>
        </p:txBody>
      </p:sp>
      <p:pic>
        <p:nvPicPr>
          <p:cNvPr id="5" name="Picture 4">
            <a:extLst>
              <a:ext uri="{FF2B5EF4-FFF2-40B4-BE49-F238E27FC236}">
                <a16:creationId xmlns:a16="http://schemas.microsoft.com/office/drawing/2014/main" id="{A05BEF82-2B56-3200-FB06-CEB6490B8457}"/>
              </a:ext>
            </a:extLst>
          </p:cNvPr>
          <p:cNvPicPr>
            <a:picLocks noChangeAspect="1"/>
          </p:cNvPicPr>
          <p:nvPr/>
        </p:nvPicPr>
        <p:blipFill>
          <a:blip r:embed="rId2"/>
          <a:stretch>
            <a:fillRect/>
          </a:stretch>
        </p:blipFill>
        <p:spPr>
          <a:xfrm>
            <a:off x="838200" y="2308083"/>
            <a:ext cx="10517068" cy="1019317"/>
          </a:xfrm>
          <a:prstGeom prst="rect">
            <a:avLst/>
          </a:prstGeom>
        </p:spPr>
      </p:pic>
      <p:pic>
        <p:nvPicPr>
          <p:cNvPr id="7" name="Picture 6">
            <a:extLst>
              <a:ext uri="{FF2B5EF4-FFF2-40B4-BE49-F238E27FC236}">
                <a16:creationId xmlns:a16="http://schemas.microsoft.com/office/drawing/2014/main" id="{D94530E4-7335-2992-99BC-21319445E14B}"/>
              </a:ext>
            </a:extLst>
          </p:cNvPr>
          <p:cNvPicPr>
            <a:picLocks noChangeAspect="1"/>
          </p:cNvPicPr>
          <p:nvPr/>
        </p:nvPicPr>
        <p:blipFill>
          <a:blip r:embed="rId3"/>
          <a:stretch>
            <a:fillRect/>
          </a:stretch>
        </p:blipFill>
        <p:spPr>
          <a:xfrm>
            <a:off x="838199" y="3285857"/>
            <a:ext cx="10517069" cy="733527"/>
          </a:xfrm>
          <a:prstGeom prst="rect">
            <a:avLst/>
          </a:prstGeom>
        </p:spPr>
      </p:pic>
      <p:pic>
        <p:nvPicPr>
          <p:cNvPr id="9" name="Picture 8">
            <a:extLst>
              <a:ext uri="{FF2B5EF4-FFF2-40B4-BE49-F238E27FC236}">
                <a16:creationId xmlns:a16="http://schemas.microsoft.com/office/drawing/2014/main" id="{3EB78627-940F-5FC6-7FDE-0F0DA92EF42D}"/>
              </a:ext>
            </a:extLst>
          </p:cNvPr>
          <p:cNvPicPr>
            <a:picLocks noChangeAspect="1"/>
          </p:cNvPicPr>
          <p:nvPr/>
        </p:nvPicPr>
        <p:blipFill>
          <a:blip r:embed="rId4"/>
          <a:stretch>
            <a:fillRect/>
          </a:stretch>
        </p:blipFill>
        <p:spPr>
          <a:xfrm>
            <a:off x="836732" y="4001294"/>
            <a:ext cx="10518536" cy="724001"/>
          </a:xfrm>
          <a:prstGeom prst="rect">
            <a:avLst/>
          </a:prstGeom>
        </p:spPr>
      </p:pic>
    </p:spTree>
    <p:extLst>
      <p:ext uri="{BB962C8B-B14F-4D97-AF65-F5344CB8AC3E}">
        <p14:creationId xmlns:p14="http://schemas.microsoft.com/office/powerpoint/2010/main" val="2596796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00D97-9CFC-6F9A-2665-C9A00550C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B6036-856D-27C3-A46D-41996290C849}"/>
              </a:ext>
            </a:extLst>
          </p:cNvPr>
          <p:cNvSpPr>
            <a:spLocks noGrp="1"/>
          </p:cNvSpPr>
          <p:nvPr>
            <p:ph type="title"/>
          </p:nvPr>
        </p:nvSpPr>
        <p:spPr/>
        <p:txBody>
          <a:bodyPr/>
          <a:lstStyle/>
          <a:p>
            <a:r>
              <a:rPr lang="en-US" dirty="0"/>
              <a:t>Model Training Summary</a:t>
            </a:r>
          </a:p>
        </p:txBody>
      </p:sp>
      <p:sp>
        <p:nvSpPr>
          <p:cNvPr id="3" name="Content Placeholder 2">
            <a:extLst>
              <a:ext uri="{FF2B5EF4-FFF2-40B4-BE49-F238E27FC236}">
                <a16:creationId xmlns:a16="http://schemas.microsoft.com/office/drawing/2014/main" id="{7438BDDF-BE58-D07F-EE2C-36C6AE4AEC63}"/>
              </a:ext>
            </a:extLst>
          </p:cNvPr>
          <p:cNvSpPr>
            <a:spLocks noGrp="1"/>
          </p:cNvSpPr>
          <p:nvPr>
            <p:ph idx="1"/>
          </p:nvPr>
        </p:nvSpPr>
        <p:spPr/>
        <p:txBody>
          <a:bodyPr/>
          <a:lstStyle/>
          <a:p>
            <a:r>
              <a:rPr lang="en-US" dirty="0"/>
              <a:t>After making the dummy columns and dropping some columns, I then split the data and done a train/test split on it.</a:t>
            </a:r>
          </a:p>
          <a:p>
            <a:r>
              <a:rPr lang="en-US" dirty="0"/>
              <a:t>Also, the parameters for the </a:t>
            </a:r>
            <a:r>
              <a:rPr lang="en-US" dirty="0" err="1"/>
              <a:t>test_size</a:t>
            </a:r>
            <a:r>
              <a:rPr lang="en-US" dirty="0"/>
              <a:t> is set to .20, while random_state is set to 42.</a:t>
            </a:r>
          </a:p>
          <a:p>
            <a:pPr marL="0" indent="0">
              <a:buNone/>
            </a:pPr>
            <a:endParaRPr lang="en-US" dirty="0"/>
          </a:p>
        </p:txBody>
      </p:sp>
      <p:pic>
        <p:nvPicPr>
          <p:cNvPr id="5" name="Picture 4" descr="A screenshot of a computer&#10;&#10;AI-generated content may be incorrect.">
            <a:extLst>
              <a:ext uri="{FF2B5EF4-FFF2-40B4-BE49-F238E27FC236}">
                <a16:creationId xmlns:a16="http://schemas.microsoft.com/office/drawing/2014/main" id="{28DB4C1D-8C27-B2E6-4CC1-3357AEE3A702}"/>
              </a:ext>
            </a:extLst>
          </p:cNvPr>
          <p:cNvPicPr>
            <a:picLocks noChangeAspect="1"/>
          </p:cNvPicPr>
          <p:nvPr/>
        </p:nvPicPr>
        <p:blipFill>
          <a:blip r:embed="rId2"/>
          <a:stretch>
            <a:fillRect/>
          </a:stretch>
        </p:blipFill>
        <p:spPr>
          <a:xfrm>
            <a:off x="838200" y="3546558"/>
            <a:ext cx="10574226" cy="1857634"/>
          </a:xfrm>
          <a:prstGeom prst="rect">
            <a:avLst/>
          </a:prstGeom>
        </p:spPr>
      </p:pic>
    </p:spTree>
    <p:extLst>
      <p:ext uri="{BB962C8B-B14F-4D97-AF65-F5344CB8AC3E}">
        <p14:creationId xmlns:p14="http://schemas.microsoft.com/office/powerpoint/2010/main" val="1837918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90FA8-E9E0-4A9F-37A2-92DB7AB6B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E1489-8FE1-71AC-131E-967F45A38189}"/>
              </a:ext>
            </a:extLst>
          </p:cNvPr>
          <p:cNvSpPr>
            <a:spLocks noGrp="1"/>
          </p:cNvSpPr>
          <p:nvPr>
            <p:ph type="title"/>
          </p:nvPr>
        </p:nvSpPr>
        <p:spPr>
          <a:xfrm>
            <a:off x="838200" y="365129"/>
            <a:ext cx="10515600" cy="1325563"/>
          </a:xfrm>
        </p:spPr>
        <p:txBody>
          <a:bodyPr anchor="ctr">
            <a:normAutofit/>
          </a:bodyPr>
          <a:lstStyle/>
          <a:p>
            <a:r>
              <a:rPr lang="en-US" dirty="0"/>
              <a:t>Model Training Summary</a:t>
            </a:r>
          </a:p>
        </p:txBody>
      </p:sp>
      <p:sp>
        <p:nvSpPr>
          <p:cNvPr id="3" name="Content Placeholder 2">
            <a:extLst>
              <a:ext uri="{FF2B5EF4-FFF2-40B4-BE49-F238E27FC236}">
                <a16:creationId xmlns:a16="http://schemas.microsoft.com/office/drawing/2014/main" id="{91E026FB-35E9-ABFD-0AD7-70B59775629B}"/>
              </a:ext>
            </a:extLst>
          </p:cNvPr>
          <p:cNvSpPr>
            <a:spLocks noGrp="1"/>
          </p:cNvSpPr>
          <p:nvPr>
            <p:ph sz="half" idx="1"/>
          </p:nvPr>
        </p:nvSpPr>
        <p:spPr>
          <a:xfrm>
            <a:off x="838200" y="1825625"/>
            <a:ext cx="5181600" cy="4351338"/>
          </a:xfrm>
        </p:spPr>
        <p:txBody>
          <a:bodyPr>
            <a:normAutofit/>
          </a:bodyPr>
          <a:lstStyle/>
          <a:p>
            <a:r>
              <a:rPr lang="en-US" dirty="0"/>
              <a:t>Results of columns (for X):</a:t>
            </a:r>
          </a:p>
          <a:p>
            <a:endParaRPr lang="en-US" dirty="0"/>
          </a:p>
          <a:p>
            <a:endParaRPr lang="en-US" dirty="0"/>
          </a:p>
        </p:txBody>
      </p:sp>
      <p:pic>
        <p:nvPicPr>
          <p:cNvPr id="6" name="Picture 5" descr="A screenshot of a computer screen&#10;&#10;AI-generated content may be incorrect.">
            <a:extLst>
              <a:ext uri="{FF2B5EF4-FFF2-40B4-BE49-F238E27FC236}">
                <a16:creationId xmlns:a16="http://schemas.microsoft.com/office/drawing/2014/main" id="{5E5DA527-FC45-56D8-049F-451CD7B73BE5}"/>
              </a:ext>
            </a:extLst>
          </p:cNvPr>
          <p:cNvPicPr>
            <a:picLocks noChangeAspect="1"/>
          </p:cNvPicPr>
          <p:nvPr/>
        </p:nvPicPr>
        <p:blipFill>
          <a:blip r:embed="rId2"/>
          <a:stretch>
            <a:fillRect/>
          </a:stretch>
        </p:blipFill>
        <p:spPr>
          <a:xfrm>
            <a:off x="6172200" y="2004463"/>
            <a:ext cx="5181600" cy="3993661"/>
          </a:xfrm>
          <a:prstGeom prst="rect">
            <a:avLst/>
          </a:prstGeom>
          <a:noFill/>
        </p:spPr>
      </p:pic>
    </p:spTree>
    <p:extLst>
      <p:ext uri="{BB962C8B-B14F-4D97-AF65-F5344CB8AC3E}">
        <p14:creationId xmlns:p14="http://schemas.microsoft.com/office/powerpoint/2010/main" val="116041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D74B4-F545-CF7C-F51E-7F9C0BC08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DD54F-6FD7-E60A-6972-3E1F3162A221}"/>
              </a:ext>
            </a:extLst>
          </p:cNvPr>
          <p:cNvSpPr>
            <a:spLocks noGrp="1"/>
          </p:cNvSpPr>
          <p:nvPr>
            <p:ph type="title"/>
          </p:nvPr>
        </p:nvSpPr>
        <p:spPr/>
        <p:txBody>
          <a:bodyPr/>
          <a:lstStyle/>
          <a:p>
            <a:r>
              <a:rPr lang="en-US" dirty="0"/>
              <a:t>Model Training Summary</a:t>
            </a:r>
          </a:p>
        </p:txBody>
      </p:sp>
      <p:sp>
        <p:nvSpPr>
          <p:cNvPr id="3" name="Content Placeholder 2">
            <a:extLst>
              <a:ext uri="{FF2B5EF4-FFF2-40B4-BE49-F238E27FC236}">
                <a16:creationId xmlns:a16="http://schemas.microsoft.com/office/drawing/2014/main" id="{58C05DBB-669E-58B7-2B0D-C7A92D7F0600}"/>
              </a:ext>
            </a:extLst>
          </p:cNvPr>
          <p:cNvSpPr>
            <a:spLocks noGrp="1"/>
          </p:cNvSpPr>
          <p:nvPr>
            <p:ph idx="1"/>
          </p:nvPr>
        </p:nvSpPr>
        <p:spPr/>
        <p:txBody>
          <a:bodyPr/>
          <a:lstStyle/>
          <a:p>
            <a:r>
              <a:rPr lang="en-US" dirty="0"/>
              <a:t>After that, I then trained the model on that split:</a:t>
            </a:r>
          </a:p>
          <a:p>
            <a:endParaRPr lang="en-US" dirty="0"/>
          </a:p>
        </p:txBody>
      </p:sp>
      <p:pic>
        <p:nvPicPr>
          <p:cNvPr id="5" name="Picture 4">
            <a:extLst>
              <a:ext uri="{FF2B5EF4-FFF2-40B4-BE49-F238E27FC236}">
                <a16:creationId xmlns:a16="http://schemas.microsoft.com/office/drawing/2014/main" id="{3ADACC90-B3C0-87EA-080A-1E6C31365BE2}"/>
              </a:ext>
            </a:extLst>
          </p:cNvPr>
          <p:cNvPicPr>
            <a:picLocks noChangeAspect="1"/>
          </p:cNvPicPr>
          <p:nvPr/>
        </p:nvPicPr>
        <p:blipFill>
          <a:blip r:embed="rId2"/>
          <a:stretch>
            <a:fillRect/>
          </a:stretch>
        </p:blipFill>
        <p:spPr>
          <a:xfrm>
            <a:off x="804124" y="2795499"/>
            <a:ext cx="10583752" cy="1267002"/>
          </a:xfrm>
          <a:prstGeom prst="rect">
            <a:avLst/>
          </a:prstGeom>
        </p:spPr>
      </p:pic>
    </p:spTree>
    <p:extLst>
      <p:ext uri="{BB962C8B-B14F-4D97-AF65-F5344CB8AC3E}">
        <p14:creationId xmlns:p14="http://schemas.microsoft.com/office/powerpoint/2010/main" val="151581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18E0B-294E-F8E5-4A89-193EAA24C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78DB7-EFA3-2195-0E42-5ACF7F57C1D9}"/>
              </a:ext>
            </a:extLst>
          </p:cNvPr>
          <p:cNvSpPr>
            <a:spLocks noGrp="1"/>
          </p:cNvSpPr>
          <p:nvPr>
            <p:ph type="title"/>
          </p:nvPr>
        </p:nvSpPr>
        <p:spPr>
          <a:xfrm>
            <a:off x="838200" y="365129"/>
            <a:ext cx="10515600" cy="1325563"/>
          </a:xfrm>
        </p:spPr>
        <p:txBody>
          <a:bodyPr anchor="ctr">
            <a:normAutofit/>
          </a:bodyPr>
          <a:lstStyle/>
          <a:p>
            <a:r>
              <a:rPr lang="en-US" dirty="0"/>
              <a:t>Confusion Matrix</a:t>
            </a:r>
          </a:p>
        </p:txBody>
      </p:sp>
      <p:sp>
        <p:nvSpPr>
          <p:cNvPr id="10" name="Content Placeholder 2">
            <a:extLst>
              <a:ext uri="{FF2B5EF4-FFF2-40B4-BE49-F238E27FC236}">
                <a16:creationId xmlns:a16="http://schemas.microsoft.com/office/drawing/2014/main" id="{B916F451-8667-5AAF-2FDE-6125F0698B53}"/>
              </a:ext>
            </a:extLst>
          </p:cNvPr>
          <p:cNvSpPr>
            <a:spLocks noGrp="1"/>
          </p:cNvSpPr>
          <p:nvPr>
            <p:ph sz="half" idx="1"/>
          </p:nvPr>
        </p:nvSpPr>
        <p:spPr>
          <a:xfrm>
            <a:off x="838200" y="1825625"/>
            <a:ext cx="5181600" cy="4351338"/>
          </a:xfrm>
        </p:spPr>
        <p:txBody>
          <a:bodyPr/>
          <a:lstStyle/>
          <a:p>
            <a:r>
              <a:rPr lang="en-US" dirty="0"/>
              <a:t>This is the normalized confusion matrix.</a:t>
            </a:r>
          </a:p>
          <a:p>
            <a:r>
              <a:rPr lang="en-US" dirty="0"/>
              <a:t>In the true negatives, it predicted that 94% haven’t had heart disease, and it was right.</a:t>
            </a:r>
          </a:p>
          <a:p>
            <a:r>
              <a:rPr lang="en-US" dirty="0"/>
              <a:t>In the False Positives, it predicted that 0.01% had heart disease, and it is wrong.</a:t>
            </a:r>
          </a:p>
          <a:p>
            <a:r>
              <a:rPr lang="en-US" dirty="0"/>
              <a:t>In the False Negatives, it predicted that 0.04% haven’t had heart disease, which it is wrong. In the True Positives, it predicted that 0.013% had heart disease, and it is right.</a:t>
            </a:r>
          </a:p>
        </p:txBody>
      </p:sp>
      <p:pic>
        <p:nvPicPr>
          <p:cNvPr id="5" name="Content Placeholder 4" descr="A graph of a graph showing the number of heart diseases&#10;&#10;AI-generated content may be incorrect.">
            <a:extLst>
              <a:ext uri="{FF2B5EF4-FFF2-40B4-BE49-F238E27FC236}">
                <a16:creationId xmlns:a16="http://schemas.microsoft.com/office/drawing/2014/main" id="{83361FAC-1C44-BD7B-E762-2A7CA7B0E60F}"/>
              </a:ext>
            </a:extLst>
          </p:cNvPr>
          <p:cNvPicPr>
            <a:picLocks noGrp="1" noChangeAspect="1"/>
          </p:cNvPicPr>
          <p:nvPr>
            <p:ph sz="half" idx="2"/>
          </p:nvPr>
        </p:nvPicPr>
        <p:blipFill>
          <a:blip r:embed="rId2"/>
          <a:stretch>
            <a:fillRect/>
          </a:stretch>
        </p:blipFill>
        <p:spPr>
          <a:xfrm>
            <a:off x="6172918" y="1825625"/>
            <a:ext cx="5180164" cy="4351338"/>
          </a:xfrm>
          <a:prstGeom prst="rect">
            <a:avLst/>
          </a:prstGeom>
          <a:noFill/>
        </p:spPr>
      </p:pic>
    </p:spTree>
    <p:extLst>
      <p:ext uri="{BB962C8B-B14F-4D97-AF65-F5344CB8AC3E}">
        <p14:creationId xmlns:p14="http://schemas.microsoft.com/office/powerpoint/2010/main" val="2796234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9F2E3-B460-2710-40D7-B2ED82467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23DCD-2BB0-FEAF-D7F7-FE5997D2FA26}"/>
              </a:ext>
            </a:extLst>
          </p:cNvPr>
          <p:cNvSpPr>
            <a:spLocks noGrp="1"/>
          </p:cNvSpPr>
          <p:nvPr>
            <p:ph type="title"/>
          </p:nvPr>
        </p:nvSpPr>
        <p:spPr>
          <a:xfrm>
            <a:off x="838200" y="365129"/>
            <a:ext cx="10515600" cy="1325563"/>
          </a:xfrm>
        </p:spPr>
        <p:txBody>
          <a:bodyPr anchor="ctr">
            <a:normAutofit/>
          </a:bodyPr>
          <a:lstStyle/>
          <a:p>
            <a:r>
              <a:rPr lang="en-US" dirty="0"/>
              <a:t>Accuracy Metrics</a:t>
            </a:r>
          </a:p>
        </p:txBody>
      </p:sp>
      <p:sp>
        <p:nvSpPr>
          <p:cNvPr id="9" name="Content Placeholder 2">
            <a:extLst>
              <a:ext uri="{FF2B5EF4-FFF2-40B4-BE49-F238E27FC236}">
                <a16:creationId xmlns:a16="http://schemas.microsoft.com/office/drawing/2014/main" id="{9063859D-126D-8A10-082E-3C0F25366364}"/>
              </a:ext>
            </a:extLst>
          </p:cNvPr>
          <p:cNvSpPr>
            <a:spLocks noGrp="1"/>
          </p:cNvSpPr>
          <p:nvPr>
            <p:ph sz="half" idx="1"/>
          </p:nvPr>
        </p:nvSpPr>
        <p:spPr>
          <a:xfrm>
            <a:off x="838200" y="1825625"/>
            <a:ext cx="5181600" cy="4351338"/>
          </a:xfrm>
        </p:spPr>
        <p:txBody>
          <a:bodyPr/>
          <a:lstStyle/>
          <a:p>
            <a:r>
              <a:rPr lang="en-US" dirty="0"/>
              <a:t>The Precision, Recall, and F1 Score of the Model</a:t>
            </a:r>
          </a:p>
          <a:p>
            <a:r>
              <a:rPr lang="en-US" dirty="0"/>
              <a:t>The precision score of this model is at 0.96 for false, and 0.54 for true.</a:t>
            </a:r>
          </a:p>
          <a:p>
            <a:r>
              <a:rPr lang="en-US" dirty="0"/>
              <a:t>The Recall score of this model is at 0.99 false, and 0.23 for true. </a:t>
            </a:r>
          </a:p>
          <a:p>
            <a:r>
              <a:rPr lang="en-US" dirty="0"/>
              <a:t>The F1-Score of this model is at 0.97 false, and 0.33 true.</a:t>
            </a:r>
          </a:p>
          <a:p>
            <a:r>
              <a:rPr lang="en-US" dirty="0"/>
              <a:t>The total accuracy from all of this is 0.95.</a:t>
            </a:r>
          </a:p>
          <a:p>
            <a:pPr lvl="1"/>
            <a:r>
              <a:rPr lang="en-US" dirty="0"/>
              <a:t>Based on this, this might seem good for people in the medical field, and for a model on medical data, this seems good.</a:t>
            </a:r>
          </a:p>
        </p:txBody>
      </p:sp>
      <p:pic>
        <p:nvPicPr>
          <p:cNvPr id="4" name="Content Placeholder 3" descr="A screenshot of a computer&#10;&#10;AI-generated content may be incorrect.">
            <a:extLst>
              <a:ext uri="{FF2B5EF4-FFF2-40B4-BE49-F238E27FC236}">
                <a16:creationId xmlns:a16="http://schemas.microsoft.com/office/drawing/2014/main" id="{CC084FEA-0ED3-C636-F4D4-230A18868835}"/>
              </a:ext>
            </a:extLst>
          </p:cNvPr>
          <p:cNvPicPr>
            <a:picLocks noGrp="1" noChangeAspect="1"/>
          </p:cNvPicPr>
          <p:nvPr>
            <p:ph sz="half" idx="2"/>
          </p:nvPr>
        </p:nvPicPr>
        <p:blipFill>
          <a:blip r:embed="rId2"/>
          <a:stretch>
            <a:fillRect/>
          </a:stretch>
        </p:blipFill>
        <p:spPr>
          <a:xfrm>
            <a:off x="6172200" y="3152028"/>
            <a:ext cx="5181600" cy="1698532"/>
          </a:xfrm>
          <a:prstGeom prst="rect">
            <a:avLst/>
          </a:prstGeom>
          <a:noFill/>
        </p:spPr>
      </p:pic>
    </p:spTree>
    <p:extLst>
      <p:ext uri="{BB962C8B-B14F-4D97-AF65-F5344CB8AC3E}">
        <p14:creationId xmlns:p14="http://schemas.microsoft.com/office/powerpoint/2010/main" val="1756051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B9D07-28E7-C4B7-BF2A-2631CF86A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285FB-B3CD-8331-EE4E-ED2B0EB9DAF8}"/>
              </a:ext>
            </a:extLst>
          </p:cNvPr>
          <p:cNvSpPr>
            <a:spLocks noGrp="1"/>
          </p:cNvSpPr>
          <p:nvPr>
            <p:ph type="title"/>
          </p:nvPr>
        </p:nvSpPr>
        <p:spPr/>
        <p:txBody>
          <a:bodyPr/>
          <a:lstStyle/>
          <a:p>
            <a:r>
              <a:rPr lang="en-US" dirty="0"/>
              <a:t>Key Insights</a:t>
            </a:r>
          </a:p>
        </p:txBody>
      </p:sp>
      <p:sp>
        <p:nvSpPr>
          <p:cNvPr id="3" name="Content Placeholder 2">
            <a:extLst>
              <a:ext uri="{FF2B5EF4-FFF2-40B4-BE49-F238E27FC236}">
                <a16:creationId xmlns:a16="http://schemas.microsoft.com/office/drawing/2014/main" id="{E8A24410-BB03-4624-2B65-3EE0397DA313}"/>
              </a:ext>
            </a:extLst>
          </p:cNvPr>
          <p:cNvSpPr>
            <a:spLocks noGrp="1"/>
          </p:cNvSpPr>
          <p:nvPr>
            <p:ph idx="1"/>
          </p:nvPr>
        </p:nvSpPr>
        <p:spPr/>
        <p:txBody>
          <a:bodyPr/>
          <a:lstStyle/>
          <a:p>
            <a:r>
              <a:rPr lang="en-US" dirty="0"/>
              <a:t>When doing predictions like with example cases of a person of poor health, it seems that factors such as high BMI, lack of physical activities, having Angina, a Stroke, COPD, smoking and drinking can raise the indication of a person having heart disease.</a:t>
            </a:r>
          </a:p>
          <a:p>
            <a:endParaRPr lang="en-US" dirty="0"/>
          </a:p>
        </p:txBody>
      </p:sp>
      <p:pic>
        <p:nvPicPr>
          <p:cNvPr id="8" name="Picture 7" descr="A screenshot of a computer&#10;&#10;AI-generated content may be incorrect.">
            <a:extLst>
              <a:ext uri="{FF2B5EF4-FFF2-40B4-BE49-F238E27FC236}">
                <a16:creationId xmlns:a16="http://schemas.microsoft.com/office/drawing/2014/main" id="{EEB969C3-F97B-3EE8-032E-E9C1F2BB952C}"/>
              </a:ext>
            </a:extLst>
          </p:cNvPr>
          <p:cNvPicPr>
            <a:picLocks noChangeAspect="1"/>
          </p:cNvPicPr>
          <p:nvPr/>
        </p:nvPicPr>
        <p:blipFill>
          <a:blip r:embed="rId2"/>
          <a:stretch>
            <a:fillRect/>
          </a:stretch>
        </p:blipFill>
        <p:spPr>
          <a:xfrm>
            <a:off x="1035031" y="3061853"/>
            <a:ext cx="10593278" cy="3115110"/>
          </a:xfrm>
          <a:prstGeom prst="rect">
            <a:avLst/>
          </a:prstGeom>
        </p:spPr>
      </p:pic>
    </p:spTree>
    <p:extLst>
      <p:ext uri="{BB962C8B-B14F-4D97-AF65-F5344CB8AC3E}">
        <p14:creationId xmlns:p14="http://schemas.microsoft.com/office/powerpoint/2010/main" val="4005401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6EEA5-E071-5BC4-9AF9-351CA2D8A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AC9B3-988E-E86E-057B-E0B4E216DC45}"/>
              </a:ext>
            </a:extLst>
          </p:cNvPr>
          <p:cNvSpPr>
            <a:spLocks noGrp="1"/>
          </p:cNvSpPr>
          <p:nvPr>
            <p:ph type="title"/>
          </p:nvPr>
        </p:nvSpPr>
        <p:spPr/>
        <p:txBody>
          <a:bodyPr/>
          <a:lstStyle/>
          <a:p>
            <a:r>
              <a:rPr lang="en-US" dirty="0"/>
              <a:t>Key Insights</a:t>
            </a:r>
          </a:p>
        </p:txBody>
      </p:sp>
      <p:sp>
        <p:nvSpPr>
          <p:cNvPr id="3" name="Content Placeholder 2">
            <a:extLst>
              <a:ext uri="{FF2B5EF4-FFF2-40B4-BE49-F238E27FC236}">
                <a16:creationId xmlns:a16="http://schemas.microsoft.com/office/drawing/2014/main" id="{E7E4EED6-5BE7-FA50-5A74-14153F0619CD}"/>
              </a:ext>
            </a:extLst>
          </p:cNvPr>
          <p:cNvSpPr>
            <a:spLocks noGrp="1"/>
          </p:cNvSpPr>
          <p:nvPr>
            <p:ph idx="1"/>
          </p:nvPr>
        </p:nvSpPr>
        <p:spPr/>
        <p:txBody>
          <a:bodyPr/>
          <a:lstStyle/>
          <a:p>
            <a:r>
              <a:rPr lang="en-US" dirty="0"/>
              <a:t>Also, if a person has lack of problematic heath problems, or health problems that can be worked on while not being too severe, it decreases the indication of heart disease.</a:t>
            </a:r>
          </a:p>
        </p:txBody>
      </p:sp>
      <p:pic>
        <p:nvPicPr>
          <p:cNvPr id="5" name="Picture 4" descr="A screenshot of a computer program&#10;&#10;AI-generated content may be incorrect.">
            <a:extLst>
              <a:ext uri="{FF2B5EF4-FFF2-40B4-BE49-F238E27FC236}">
                <a16:creationId xmlns:a16="http://schemas.microsoft.com/office/drawing/2014/main" id="{186F1BFB-E053-4896-A7D2-D262F680B328}"/>
              </a:ext>
            </a:extLst>
          </p:cNvPr>
          <p:cNvPicPr>
            <a:picLocks noChangeAspect="1"/>
          </p:cNvPicPr>
          <p:nvPr/>
        </p:nvPicPr>
        <p:blipFill>
          <a:blip r:embed="rId2"/>
          <a:stretch>
            <a:fillRect/>
          </a:stretch>
        </p:blipFill>
        <p:spPr>
          <a:xfrm>
            <a:off x="780308" y="2828315"/>
            <a:ext cx="10631384" cy="3105583"/>
          </a:xfrm>
          <a:prstGeom prst="rect">
            <a:avLst/>
          </a:prstGeom>
        </p:spPr>
      </p:pic>
    </p:spTree>
    <p:extLst>
      <p:ext uri="{BB962C8B-B14F-4D97-AF65-F5344CB8AC3E}">
        <p14:creationId xmlns:p14="http://schemas.microsoft.com/office/powerpoint/2010/main" val="1897144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4E7EF-9FC8-B271-43F9-A5D3AAA34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4CF1F-1B9C-6425-E616-01E317FBDC76}"/>
              </a:ext>
            </a:extLst>
          </p:cNvPr>
          <p:cNvSpPr>
            <a:spLocks noGrp="1"/>
          </p:cNvSpPr>
          <p:nvPr>
            <p:ph type="ctrTitle"/>
          </p:nvPr>
        </p:nvSpPr>
        <p:spPr>
          <a:xfrm>
            <a:off x="383570" y="1122363"/>
            <a:ext cx="7315199" cy="2387600"/>
          </a:xfrm>
        </p:spPr>
        <p:txBody>
          <a:bodyPr anchor="b">
            <a:normAutofit/>
          </a:bodyPr>
          <a:lstStyle/>
          <a:p>
            <a:r>
              <a:rPr lang="en-US" dirty="0"/>
              <a:t>Conclusion</a:t>
            </a:r>
          </a:p>
        </p:txBody>
      </p:sp>
      <p:sp>
        <p:nvSpPr>
          <p:cNvPr id="3" name="Content Placeholder 2">
            <a:extLst>
              <a:ext uri="{FF2B5EF4-FFF2-40B4-BE49-F238E27FC236}">
                <a16:creationId xmlns:a16="http://schemas.microsoft.com/office/drawing/2014/main" id="{8275E684-6DC6-83A8-CEC4-8D2E781BC2EF}"/>
              </a:ext>
            </a:extLst>
          </p:cNvPr>
          <p:cNvSpPr>
            <a:spLocks noGrp="1"/>
          </p:cNvSpPr>
          <p:nvPr>
            <p:ph type="subTitle" idx="1"/>
          </p:nvPr>
        </p:nvSpPr>
        <p:spPr>
          <a:xfrm>
            <a:off x="383570" y="3602038"/>
            <a:ext cx="7315199" cy="1655762"/>
          </a:xfrm>
        </p:spPr>
        <p:txBody>
          <a:bodyPr>
            <a:normAutofit/>
          </a:bodyPr>
          <a:lstStyle/>
          <a:p>
            <a:r>
              <a:rPr lang="en-US" sz="1400" dirty="0"/>
              <a:t>The model performed very well with predictions and accuracy score.</a:t>
            </a:r>
          </a:p>
          <a:p>
            <a:r>
              <a:rPr lang="en-US" sz="1400" dirty="0"/>
              <a:t>What could be improved more with this dataset is just having slightly more data for respondents that do have cases of health background that may be a higher indicator of heart disease</a:t>
            </a:r>
          </a:p>
          <a:p>
            <a:r>
              <a:rPr lang="en-US" sz="1400" dirty="0"/>
              <a:t>Even with the suggested improvement, to me it seems enough with 246,022 respondents. But more information, the better figuring out the many causes that can lead to heart disease and helping not just the individual, but everyone.</a:t>
            </a:r>
          </a:p>
        </p:txBody>
      </p:sp>
    </p:spTree>
    <p:extLst>
      <p:ext uri="{BB962C8B-B14F-4D97-AF65-F5344CB8AC3E}">
        <p14:creationId xmlns:p14="http://schemas.microsoft.com/office/powerpoint/2010/main" val="547322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BAE24-1B24-F3B4-2E0E-C43A2F4A5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060F6-62BD-D357-0A81-7CEE7FA02BA9}"/>
              </a:ext>
            </a:extLst>
          </p:cNvPr>
          <p:cNvSpPr>
            <a:spLocks noGrp="1"/>
          </p:cNvSpPr>
          <p:nvPr>
            <p:ph type="ctrTitle"/>
          </p:nvPr>
        </p:nvSpPr>
        <p:spPr>
          <a:xfrm>
            <a:off x="383570" y="1122363"/>
            <a:ext cx="7315199" cy="2387600"/>
          </a:xfrm>
        </p:spPr>
        <p:txBody>
          <a:bodyPr anchor="b">
            <a:normAutofit/>
          </a:bodyPr>
          <a:lstStyle/>
          <a:p>
            <a:r>
              <a:rPr lang="en-US" dirty="0"/>
              <a:t>Sources</a:t>
            </a:r>
          </a:p>
        </p:txBody>
      </p:sp>
      <p:sp>
        <p:nvSpPr>
          <p:cNvPr id="3" name="Content Placeholder 2">
            <a:extLst>
              <a:ext uri="{FF2B5EF4-FFF2-40B4-BE49-F238E27FC236}">
                <a16:creationId xmlns:a16="http://schemas.microsoft.com/office/drawing/2014/main" id="{2B25B3F7-6E0F-4460-E792-2BA46EF30EEA}"/>
              </a:ext>
            </a:extLst>
          </p:cNvPr>
          <p:cNvSpPr>
            <a:spLocks noGrp="1"/>
          </p:cNvSpPr>
          <p:nvPr>
            <p:ph type="subTitle" idx="1"/>
          </p:nvPr>
        </p:nvSpPr>
        <p:spPr>
          <a:xfrm>
            <a:off x="383570" y="3602038"/>
            <a:ext cx="7315199" cy="1655762"/>
          </a:xfrm>
        </p:spPr>
        <p:txBody>
          <a:bodyPr>
            <a:normAutofit/>
          </a:bodyPr>
          <a:lstStyle/>
          <a:p>
            <a:r>
              <a:rPr lang="en-US" sz="1400" dirty="0"/>
              <a:t>Dataset: </a:t>
            </a:r>
            <a:r>
              <a:rPr lang="en-US" sz="1400" dirty="0">
                <a:hlinkClick r:id="rId2"/>
              </a:rPr>
              <a:t>Indicators of Heart Disease (2022 UPDATE)</a:t>
            </a:r>
            <a:endParaRPr lang="en-US" sz="1400" dirty="0"/>
          </a:p>
          <a:p>
            <a:r>
              <a:rPr lang="en-US" sz="1400" dirty="0"/>
              <a:t>Medical Sources: </a:t>
            </a:r>
            <a:r>
              <a:rPr lang="en-US" sz="1400" dirty="0">
                <a:hlinkClick r:id="rId3"/>
              </a:rPr>
              <a:t>Centers for Disease Control and Prevention | CDC</a:t>
            </a:r>
            <a:endParaRPr lang="en-US" sz="1400" dirty="0"/>
          </a:p>
          <a:p>
            <a:r>
              <a:rPr lang="en-US" sz="1400" dirty="0">
                <a:hlinkClick r:id="rId4"/>
              </a:rPr>
              <a:t>The world's best hospital - Mayo Clinic</a:t>
            </a:r>
            <a:endParaRPr lang="en-US" sz="1400" dirty="0"/>
          </a:p>
        </p:txBody>
      </p:sp>
    </p:spTree>
    <p:extLst>
      <p:ext uri="{BB962C8B-B14F-4D97-AF65-F5344CB8AC3E}">
        <p14:creationId xmlns:p14="http://schemas.microsoft.com/office/powerpoint/2010/main" val="580944943"/>
      </p:ext>
    </p:extLst>
  </p:cSld>
  <p:clrMapOvr>
    <a:masterClrMapping/>
  </p:clrMapOvr>
</p:sld>
</file>

<file path=ppt/theme/theme1.xml><?xml version="1.0" encoding="utf-8"?>
<a:theme xmlns:a="http://schemas.openxmlformats.org/drawingml/2006/main" name="Office Theme">
  <a:themeElements>
    <a:clrScheme name="Bellarmine Palette">
      <a:dk1>
        <a:srgbClr val="000000"/>
      </a:dk1>
      <a:lt1>
        <a:srgbClr val="FFFFFF"/>
      </a:lt1>
      <a:dk2>
        <a:srgbClr val="44546A"/>
      </a:dk2>
      <a:lt2>
        <a:srgbClr val="E7E6E6"/>
      </a:lt2>
      <a:accent1>
        <a:srgbClr val="752836"/>
      </a:accent1>
      <a:accent2>
        <a:srgbClr val="697970"/>
      </a:accent2>
      <a:accent3>
        <a:srgbClr val="C8C8C8"/>
      </a:accent3>
      <a:accent4>
        <a:srgbClr val="F7BE00"/>
      </a:accent4>
      <a:accent5>
        <a:srgbClr val="00677F"/>
      </a:accent5>
      <a:accent6>
        <a:srgbClr val="4D4D4D"/>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ndard Screen Bellarmine Template" id="{109F2BBD-B805-0C47-8BE1-EE5FD54F39DA}" vid="{7B5311A2-F663-764E-9F9C-04F6C47E4FF9}"/>
    </a:ext>
  </a:extLst>
</a:theme>
</file>

<file path=docProps/app.xml><?xml version="1.0" encoding="utf-8"?>
<Properties xmlns="http://schemas.openxmlformats.org/officeDocument/2006/extended-properties" xmlns:vt="http://schemas.openxmlformats.org/officeDocument/2006/docPropsVTypes">
  <Template/>
  <TotalTime>305</TotalTime>
  <Words>1626</Words>
  <Application>Microsoft Office PowerPoint</Application>
  <PresentationFormat>Widescreen</PresentationFormat>
  <Paragraphs>101</Paragraphs>
  <Slides>25</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25</vt:i4>
      </vt:variant>
    </vt:vector>
  </HeadingPairs>
  <TitlesOfParts>
    <vt:vector size="27" baseType="lpstr">
      <vt:lpstr>Arial</vt:lpstr>
      <vt:lpstr>Office Theme</vt:lpstr>
      <vt:lpstr>Heart Disease Indicator Using Logistic Regression (DS-160 Final Project Presentation)</vt:lpstr>
      <vt:lpstr>Dataset Summary</vt:lpstr>
      <vt:lpstr>Research Question</vt:lpstr>
      <vt:lpstr>Python EDA (basic overview)</vt:lpstr>
      <vt:lpstr>Python EDA (basic overview)</vt:lpstr>
      <vt:lpstr>Python EDA (basic overview)</vt:lpstr>
      <vt:lpstr>Python EDA (statistics)</vt:lpstr>
      <vt:lpstr>Python EDA (Plots)</vt:lpstr>
      <vt:lpstr>Python EDA (Plots)</vt:lpstr>
      <vt:lpstr>Tableau Graph Visualizations</vt:lpstr>
      <vt:lpstr>Tableau Graph Visualizations</vt:lpstr>
      <vt:lpstr>Tableau Graph Visualizations</vt:lpstr>
      <vt:lpstr>Tableau Graph Visualizations</vt:lpstr>
      <vt:lpstr>Tableau Graph Visualizations</vt:lpstr>
      <vt:lpstr>Model Training Summary</vt:lpstr>
      <vt:lpstr>Model Training Summary</vt:lpstr>
      <vt:lpstr>Model Training Summary</vt:lpstr>
      <vt:lpstr>Model Training Summary</vt:lpstr>
      <vt:lpstr>Model Training Summary</vt:lpstr>
      <vt:lpstr>Confusion Matrix</vt:lpstr>
      <vt:lpstr>Accuracy Metrics</vt:lpstr>
      <vt:lpstr>Key Insights</vt:lpstr>
      <vt:lpstr>Key Insights</vt:lpstr>
      <vt:lpstr>Conclusion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Katie Kelty</dc:creator>
  <cp:lastModifiedBy>Ferdinand Yeke</cp:lastModifiedBy>
  <cp:revision>11</cp:revision>
  <dcterms:created xsi:type="dcterms:W3CDTF">2020-08-18T13:57:38Z</dcterms:created>
  <dcterms:modified xsi:type="dcterms:W3CDTF">2025-12-09T18:55:50Z</dcterms:modified>
</cp:coreProperties>
</file>